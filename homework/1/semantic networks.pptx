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72"/>
      </p:cViewPr>
      <p:guideLst>
        <p:guide orient="horz" pos="2183"/>
        <p:guide pos="29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75D2F-D9E5-4555-9E17-9CB8D970F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2EB88B-3655-4162-AEC1-C11EDE513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711D3-91E0-40F4-BD87-50A5D09E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DA9F9-CFC0-4FAB-8C3D-D289FE15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81788-A00A-4B8F-86DD-BFADD05E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A6FBF-8576-475C-8FA8-A8E859F9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090060-A3E9-489C-9456-78D2CF2A3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432CB-5BC7-4D74-BF22-A39E7931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FD5A5-136B-48F5-9359-74506665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4A2895-16B9-4AE7-82DD-918ED363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37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FF81A-B52E-4BAF-A18F-14F93B21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599CD0-6B53-47DF-95A1-45C6B33D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ABD00-17E1-4C0E-812C-05D75073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A5DD3-02CD-43C7-8C20-92AFF616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E0B7D-48E9-41FF-99FB-586AEC87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35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BE7FE-B329-4316-B5DB-5B49E02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5A2BC-7F47-4190-853D-60A0A121B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813641-D8F1-4CA3-9BBD-F81E6FA63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A2B941-DBEE-4520-B69B-2D3086CA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AB5D05-6153-435D-B163-2BD322EA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3DF977-ED77-4A93-961A-E187103C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25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7D328-B7BB-4516-86A1-00034A60F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AB5A57-A696-44F6-B0BB-5529614FE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759253-1D9F-4661-BBC8-1128D37FC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68527F-C88C-4335-BE8E-1BE72DC9F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C6F469-C694-4E59-B122-35221ACDF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4911B4-DBD5-4C5F-93C7-4249A73B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C4F60A-B48F-4429-98D0-E36A96E37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45EA1B-1A47-44C0-8C20-E371CF3E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91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05CAC-6757-4E6E-A5A7-377D90F2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588CBE-34E0-4A5C-AF60-0C6DDEE9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297B13-60E9-44C9-8A15-7E0DA116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B193D7-20E4-4834-A0F8-46359430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922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B6E6DD-DAC5-4A90-A687-857AB220B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E42DF3-3966-4F86-8254-583CEC34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88CDF-5A0B-4B24-AB28-DE1C836B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84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62D50-26E2-4CFD-B76A-AFEAA9EA7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C396F-4406-4DD8-A090-55082EAFA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9F2011-4823-4D0A-A3D0-CEF5A7FB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8DB01-2B92-44C0-9436-B618B434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4160AA-F1BC-4011-A541-55BD246C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73B846-E47B-45E6-966C-DA98CB67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93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D01BC-26F0-4AC0-9ED0-0BA78AB1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C7AB4F-B30A-4905-BA8E-89DB74B05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E168EE-85CE-4A5D-801E-82D5567A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64DABB-3BED-4FC7-BE0A-FF8F2AE2C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266FE2-3601-4B9B-BE8E-2A7ED4FD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1CAB05-14E2-4996-94F4-967DA287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5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50D64-795B-4A36-972B-CE5D2A12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6C1FEA-906E-4929-881B-C57978935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504263-142C-43F1-B745-DB226718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9DBC7D-B83D-4800-A0C8-391D22419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973A9-4696-4D11-904A-3D3513FC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24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B797C7-D515-4FC1-ADA5-482151C19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FB7F26-C112-4005-8DBD-D955F35E9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8A316-AE07-4C83-97BF-68F2DE47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9218E-E2F1-44E2-8DFB-2B362BCB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12BECC-8F34-437A-A14F-A59AC3D8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89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523E97-BA19-46C0-8248-8C39EBC5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478D3A-F3CA-4946-B3B2-159718A7C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BDDD6-367B-4364-B64D-C849FA80E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DFC0C-616A-4AE4-97CD-A2E31F4B1134}" type="datetimeFigureOut">
              <a:rPr lang="zh-CN" altLang="en-US" smtClean="0"/>
              <a:t>2021/1/27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CCB22-CC9E-4BFD-BA36-824E143F8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654050-7534-4EEA-B601-018C67FA2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B8BB3-900C-48D8-B21A-3D6B5ED423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29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75F87E-797E-4BB0-8188-0F2AB22AC18E}"/>
              </a:ext>
            </a:extLst>
          </p:cNvPr>
          <p:cNvSpPr/>
          <p:nvPr/>
        </p:nvSpPr>
        <p:spPr>
          <a:xfrm>
            <a:off x="584539" y="636509"/>
            <a:ext cx="1358285" cy="314491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04122F2-ABD2-45E2-942A-C5F33BECBC87}"/>
              </a:ext>
            </a:extLst>
          </p:cNvPr>
          <p:cNvSpPr/>
          <p:nvPr/>
        </p:nvSpPr>
        <p:spPr>
          <a:xfrm>
            <a:off x="965034" y="913900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66D61D-229A-48C7-95E4-96E469054F52}"/>
              </a:ext>
            </a:extLst>
          </p:cNvPr>
          <p:cNvSpPr txBox="1"/>
          <p:nvPr/>
        </p:nvSpPr>
        <p:spPr>
          <a:xfrm>
            <a:off x="1087355" y="95867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451E48C-9C80-46C9-81A2-965828A0E9D8}"/>
              </a:ext>
            </a:extLst>
          </p:cNvPr>
          <p:cNvSpPr/>
          <p:nvPr/>
        </p:nvSpPr>
        <p:spPr>
          <a:xfrm>
            <a:off x="965034" y="1721768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BEC45F-466F-463F-B122-0643138A87EB}"/>
              </a:ext>
            </a:extLst>
          </p:cNvPr>
          <p:cNvSpPr txBox="1"/>
          <p:nvPr/>
        </p:nvSpPr>
        <p:spPr>
          <a:xfrm>
            <a:off x="1087355" y="176654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D987E13-EAF0-4A82-B794-48CDAFB1541E}"/>
              </a:ext>
            </a:extLst>
          </p:cNvPr>
          <p:cNvSpPr/>
          <p:nvPr/>
        </p:nvSpPr>
        <p:spPr>
          <a:xfrm>
            <a:off x="965034" y="2529636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99921E-7626-4A25-B80C-7799A395D615}"/>
              </a:ext>
            </a:extLst>
          </p:cNvPr>
          <p:cNvSpPr txBox="1"/>
          <p:nvPr/>
        </p:nvSpPr>
        <p:spPr>
          <a:xfrm>
            <a:off x="1087355" y="2574408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43C54390-E6C1-4CD8-832E-076B202EAA07}"/>
              </a:ext>
            </a:extLst>
          </p:cNvPr>
          <p:cNvSpPr/>
          <p:nvPr/>
        </p:nvSpPr>
        <p:spPr>
          <a:xfrm>
            <a:off x="1895962" y="1721768"/>
            <a:ext cx="1325245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7D1263-4BE9-4346-A9CC-26BBF516D187}"/>
              </a:ext>
            </a:extLst>
          </p:cNvPr>
          <p:cNvSpPr txBox="1"/>
          <p:nvPr/>
        </p:nvSpPr>
        <p:spPr>
          <a:xfrm>
            <a:off x="2071549" y="1785353"/>
            <a:ext cx="127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shuttle</a:t>
            </a:r>
            <a:endParaRPr lang="zh-CN" altLang="en-US" sz="2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366B9E0-75D3-4C64-8997-4AD52B3A7287}"/>
              </a:ext>
            </a:extLst>
          </p:cNvPr>
          <p:cNvSpPr txBox="1"/>
          <p:nvPr/>
        </p:nvSpPr>
        <p:spPr>
          <a:xfrm>
            <a:off x="624489" y="3227993"/>
            <a:ext cx="127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planet</a:t>
            </a:r>
            <a:endParaRPr lang="zh-CN" altLang="en-US" sz="2400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E2DF01-A93B-4A25-9A02-06FB2D8114CF}"/>
              </a:ext>
            </a:extLst>
          </p:cNvPr>
          <p:cNvSpPr/>
          <p:nvPr/>
        </p:nvSpPr>
        <p:spPr>
          <a:xfrm>
            <a:off x="3221207" y="636509"/>
            <a:ext cx="1358285" cy="314491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4E8DDE-93E2-4967-A43F-B22CA5457520}"/>
              </a:ext>
            </a:extLst>
          </p:cNvPr>
          <p:cNvSpPr txBox="1"/>
          <p:nvPr/>
        </p:nvSpPr>
        <p:spPr>
          <a:xfrm>
            <a:off x="3261157" y="3227993"/>
            <a:ext cx="127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ship</a:t>
            </a:r>
            <a:endParaRPr lang="zh-CN" altLang="en-US" sz="2400" b="1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844F8F6-5DC0-4913-A8C6-837BC3954936}"/>
              </a:ext>
            </a:extLst>
          </p:cNvPr>
          <p:cNvSpPr/>
          <p:nvPr/>
        </p:nvSpPr>
        <p:spPr>
          <a:xfrm>
            <a:off x="4293987" y="4281099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55CBF3-F0F8-4DD3-B7A9-78745DB01397}"/>
              </a:ext>
            </a:extLst>
          </p:cNvPr>
          <p:cNvSpPr txBox="1"/>
          <p:nvPr/>
        </p:nvSpPr>
        <p:spPr>
          <a:xfrm>
            <a:off x="4416308" y="432587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2204D4D-A7CA-42B4-83B8-19BB498B84DD}"/>
              </a:ext>
            </a:extLst>
          </p:cNvPr>
          <p:cNvSpPr/>
          <p:nvPr/>
        </p:nvSpPr>
        <p:spPr>
          <a:xfrm>
            <a:off x="4912189" y="4282964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A9F5E0-664E-4463-BA8D-4F56180F0C42}"/>
              </a:ext>
            </a:extLst>
          </p:cNvPr>
          <p:cNvSpPr txBox="1"/>
          <p:nvPr/>
        </p:nvSpPr>
        <p:spPr>
          <a:xfrm>
            <a:off x="5034510" y="4327736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1" name="乘号 20">
            <a:extLst>
              <a:ext uri="{FF2B5EF4-FFF2-40B4-BE49-F238E27FC236}">
                <a16:creationId xmlns:a16="http://schemas.microsoft.com/office/drawing/2014/main" id="{F0006963-0CD3-41A1-BB91-8CBE94485AE0}"/>
              </a:ext>
            </a:extLst>
          </p:cNvPr>
          <p:cNvSpPr/>
          <p:nvPr/>
        </p:nvSpPr>
        <p:spPr>
          <a:xfrm>
            <a:off x="7041277" y="4281099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EC8C84B-7E16-4262-BCA6-D6678A1CC6A6}"/>
              </a:ext>
            </a:extLst>
          </p:cNvPr>
          <p:cNvSpPr/>
          <p:nvPr/>
        </p:nvSpPr>
        <p:spPr>
          <a:xfrm>
            <a:off x="4293987" y="4964895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ECE4D0-5D15-4F02-8607-03BB40014A06}"/>
              </a:ext>
            </a:extLst>
          </p:cNvPr>
          <p:cNvSpPr txBox="1"/>
          <p:nvPr/>
        </p:nvSpPr>
        <p:spPr>
          <a:xfrm>
            <a:off x="4416308" y="500966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6" name="乘号 25">
            <a:extLst>
              <a:ext uri="{FF2B5EF4-FFF2-40B4-BE49-F238E27FC236}">
                <a16:creationId xmlns:a16="http://schemas.microsoft.com/office/drawing/2014/main" id="{29BC793C-0F5B-4CE0-87BB-855DD9742970}"/>
              </a:ext>
            </a:extLst>
          </p:cNvPr>
          <p:cNvSpPr/>
          <p:nvPr/>
        </p:nvSpPr>
        <p:spPr>
          <a:xfrm>
            <a:off x="7041277" y="4964895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8BF3F28-B2A9-4E5E-9282-45A3C1796174}"/>
              </a:ext>
            </a:extLst>
          </p:cNvPr>
          <p:cNvSpPr/>
          <p:nvPr/>
        </p:nvSpPr>
        <p:spPr>
          <a:xfrm>
            <a:off x="4900579" y="4964895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676EBCE-69CA-4A61-A949-A5596F85BD5F}"/>
              </a:ext>
            </a:extLst>
          </p:cNvPr>
          <p:cNvSpPr txBox="1"/>
          <p:nvPr/>
        </p:nvSpPr>
        <p:spPr>
          <a:xfrm>
            <a:off x="5022900" y="500966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9" name="箭头: 左 28">
            <a:extLst>
              <a:ext uri="{FF2B5EF4-FFF2-40B4-BE49-F238E27FC236}">
                <a16:creationId xmlns:a16="http://schemas.microsoft.com/office/drawing/2014/main" id="{986CE059-7E3C-459E-B545-3B5A18C4B7DB}"/>
              </a:ext>
            </a:extLst>
          </p:cNvPr>
          <p:cNvSpPr/>
          <p:nvPr/>
        </p:nvSpPr>
        <p:spPr>
          <a:xfrm flipH="1">
            <a:off x="5661561" y="4307686"/>
            <a:ext cx="1325244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4F367CE-BA8B-471A-AD92-6E9115EA7718}"/>
              </a:ext>
            </a:extLst>
          </p:cNvPr>
          <p:cNvSpPr txBox="1"/>
          <p:nvPr/>
        </p:nvSpPr>
        <p:spPr>
          <a:xfrm>
            <a:off x="5519808" y="4380150"/>
            <a:ext cx="1325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shuttle</a:t>
            </a:r>
            <a:endParaRPr lang="zh-CN" altLang="en-US" sz="2400" b="1" dirty="0"/>
          </a:p>
        </p:txBody>
      </p:sp>
      <p:sp>
        <p:nvSpPr>
          <p:cNvPr id="31" name="箭头: 左 30">
            <a:extLst>
              <a:ext uri="{FF2B5EF4-FFF2-40B4-BE49-F238E27FC236}">
                <a16:creationId xmlns:a16="http://schemas.microsoft.com/office/drawing/2014/main" id="{B131B6EA-471A-477E-8D6B-7B9D5B88CAED}"/>
              </a:ext>
            </a:extLst>
          </p:cNvPr>
          <p:cNvSpPr/>
          <p:nvPr/>
        </p:nvSpPr>
        <p:spPr>
          <a:xfrm flipH="1">
            <a:off x="5661561" y="4964895"/>
            <a:ext cx="1325244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85DB686-4625-44A5-A5CD-C8D685626441}"/>
              </a:ext>
            </a:extLst>
          </p:cNvPr>
          <p:cNvSpPr txBox="1"/>
          <p:nvPr/>
        </p:nvSpPr>
        <p:spPr>
          <a:xfrm>
            <a:off x="5519808" y="5037359"/>
            <a:ext cx="1325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shuttle</a:t>
            </a:r>
            <a:endParaRPr lang="zh-CN" altLang="en-US" sz="2400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CA7115A-B7FB-4FA6-A1AE-9EFC1C1C31C2}"/>
              </a:ext>
            </a:extLst>
          </p:cNvPr>
          <p:cNvCxnSpPr>
            <a:cxnSpLocks/>
          </p:cNvCxnSpPr>
          <p:nvPr/>
        </p:nvCxnSpPr>
        <p:spPr>
          <a:xfrm>
            <a:off x="4972050" y="2247018"/>
            <a:ext cx="2238375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箭头: 左 35">
            <a:extLst>
              <a:ext uri="{FF2B5EF4-FFF2-40B4-BE49-F238E27FC236}">
                <a16:creationId xmlns:a16="http://schemas.microsoft.com/office/drawing/2014/main" id="{891D7389-161C-4E91-BA16-134BCA84F2E8}"/>
              </a:ext>
            </a:extLst>
          </p:cNvPr>
          <p:cNvSpPr/>
          <p:nvPr/>
        </p:nvSpPr>
        <p:spPr>
          <a:xfrm flipH="1">
            <a:off x="5317101" y="1693809"/>
            <a:ext cx="753744" cy="457015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D675983-266E-4D3C-B377-6F38FA5D13E7}"/>
              </a:ext>
            </a:extLst>
          </p:cNvPr>
          <p:cNvSpPr/>
          <p:nvPr/>
        </p:nvSpPr>
        <p:spPr>
          <a:xfrm>
            <a:off x="6201862" y="1602374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643653C-3216-404B-A470-BFEB0934B2D9}"/>
              </a:ext>
            </a:extLst>
          </p:cNvPr>
          <p:cNvSpPr txBox="1"/>
          <p:nvPr/>
        </p:nvSpPr>
        <p:spPr>
          <a:xfrm>
            <a:off x="6324183" y="1647146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C228534-68AE-4C93-890A-BF2557EADF59}"/>
              </a:ext>
            </a:extLst>
          </p:cNvPr>
          <p:cNvSpPr/>
          <p:nvPr/>
        </p:nvSpPr>
        <p:spPr>
          <a:xfrm>
            <a:off x="7639429" y="636509"/>
            <a:ext cx="1358285" cy="314491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EE5F9554-762A-4C74-ADDD-E0149225220E}"/>
              </a:ext>
            </a:extLst>
          </p:cNvPr>
          <p:cNvSpPr/>
          <p:nvPr/>
        </p:nvSpPr>
        <p:spPr>
          <a:xfrm>
            <a:off x="10658349" y="910547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341A004-92D1-4EC8-8DB6-5E4039C20642}"/>
              </a:ext>
            </a:extLst>
          </p:cNvPr>
          <p:cNvSpPr txBox="1"/>
          <p:nvPr/>
        </p:nvSpPr>
        <p:spPr>
          <a:xfrm>
            <a:off x="10780670" y="95531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B8E7A35C-D022-4879-8019-93EDE3D962CB}"/>
              </a:ext>
            </a:extLst>
          </p:cNvPr>
          <p:cNvSpPr/>
          <p:nvPr/>
        </p:nvSpPr>
        <p:spPr>
          <a:xfrm>
            <a:off x="8019924" y="1721768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E08091C-AE50-460E-8C7F-E4F13EE7D9C9}"/>
              </a:ext>
            </a:extLst>
          </p:cNvPr>
          <p:cNvSpPr txBox="1"/>
          <p:nvPr/>
        </p:nvSpPr>
        <p:spPr>
          <a:xfrm>
            <a:off x="8142245" y="176654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3F649EC-4690-4949-9E93-8B5C3DAA26C8}"/>
              </a:ext>
            </a:extLst>
          </p:cNvPr>
          <p:cNvSpPr/>
          <p:nvPr/>
        </p:nvSpPr>
        <p:spPr>
          <a:xfrm>
            <a:off x="8019924" y="2529636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04D8063-86F3-41A4-B5D9-A18CB46986DB}"/>
              </a:ext>
            </a:extLst>
          </p:cNvPr>
          <p:cNvSpPr txBox="1"/>
          <p:nvPr/>
        </p:nvSpPr>
        <p:spPr>
          <a:xfrm>
            <a:off x="8142245" y="2574408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34C4808-FCAA-44B0-B667-DE6C0C231DBE}"/>
              </a:ext>
            </a:extLst>
          </p:cNvPr>
          <p:cNvSpPr/>
          <p:nvPr/>
        </p:nvSpPr>
        <p:spPr>
          <a:xfrm>
            <a:off x="10276097" y="636509"/>
            <a:ext cx="1358285" cy="314491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箭头: 左 51">
            <a:extLst>
              <a:ext uri="{FF2B5EF4-FFF2-40B4-BE49-F238E27FC236}">
                <a16:creationId xmlns:a16="http://schemas.microsoft.com/office/drawing/2014/main" id="{423F4F4B-6B3D-42CF-922A-D049A1B26739}"/>
              </a:ext>
            </a:extLst>
          </p:cNvPr>
          <p:cNvSpPr/>
          <p:nvPr/>
        </p:nvSpPr>
        <p:spPr>
          <a:xfrm flipH="1">
            <a:off x="9007011" y="1721768"/>
            <a:ext cx="1325244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乘号 52">
            <a:extLst>
              <a:ext uri="{FF2B5EF4-FFF2-40B4-BE49-F238E27FC236}">
                <a16:creationId xmlns:a16="http://schemas.microsoft.com/office/drawing/2014/main" id="{4AFB356D-F604-409C-8699-ACB67E7A06B1}"/>
              </a:ext>
            </a:extLst>
          </p:cNvPr>
          <p:cNvSpPr/>
          <p:nvPr/>
        </p:nvSpPr>
        <p:spPr>
          <a:xfrm>
            <a:off x="7041277" y="5648691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01DD726-54BD-4D80-923D-6416FB753E24}"/>
              </a:ext>
            </a:extLst>
          </p:cNvPr>
          <p:cNvSpPr txBox="1"/>
          <p:nvPr/>
        </p:nvSpPr>
        <p:spPr>
          <a:xfrm>
            <a:off x="4293987" y="5694568"/>
            <a:ext cx="2645958" cy="46166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non-productive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5084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04122F2-ABD2-45E2-942A-C5F33BECBC87}"/>
              </a:ext>
            </a:extLst>
          </p:cNvPr>
          <p:cNvSpPr/>
          <p:nvPr/>
        </p:nvSpPr>
        <p:spPr>
          <a:xfrm>
            <a:off x="0" y="2555625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66D61D-229A-48C7-95E4-96E469054F52}"/>
              </a:ext>
            </a:extLst>
          </p:cNvPr>
          <p:cNvSpPr txBox="1"/>
          <p:nvPr/>
        </p:nvSpPr>
        <p:spPr>
          <a:xfrm>
            <a:off x="122321" y="260039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451E48C-9C80-46C9-81A2-965828A0E9D8}"/>
              </a:ext>
            </a:extLst>
          </p:cNvPr>
          <p:cNvSpPr/>
          <p:nvPr/>
        </p:nvSpPr>
        <p:spPr>
          <a:xfrm>
            <a:off x="0" y="3165527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BEC45F-466F-463F-B122-0643138A87EB}"/>
              </a:ext>
            </a:extLst>
          </p:cNvPr>
          <p:cNvSpPr txBox="1"/>
          <p:nvPr/>
        </p:nvSpPr>
        <p:spPr>
          <a:xfrm>
            <a:off x="122321" y="321029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D987E13-EAF0-4A82-B794-48CDAFB1541E}"/>
              </a:ext>
            </a:extLst>
          </p:cNvPr>
          <p:cNvSpPr/>
          <p:nvPr/>
        </p:nvSpPr>
        <p:spPr>
          <a:xfrm>
            <a:off x="0" y="3772119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99921E-7626-4A25-B80C-7799A395D615}"/>
              </a:ext>
            </a:extLst>
          </p:cNvPr>
          <p:cNvSpPr txBox="1"/>
          <p:nvPr/>
        </p:nvSpPr>
        <p:spPr>
          <a:xfrm>
            <a:off x="122321" y="381689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43C54390-E6C1-4CD8-832E-076B202EAA07}"/>
              </a:ext>
            </a:extLst>
          </p:cNvPr>
          <p:cNvSpPr/>
          <p:nvPr/>
        </p:nvSpPr>
        <p:spPr>
          <a:xfrm>
            <a:off x="636334" y="3144643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E2DF01-A93B-4A25-9A02-06FB2D8114CF}"/>
              </a:ext>
            </a:extLst>
          </p:cNvPr>
          <p:cNvSpPr/>
          <p:nvPr/>
        </p:nvSpPr>
        <p:spPr>
          <a:xfrm>
            <a:off x="0" y="2552315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562984B4-4BAE-4BD1-AB3B-B123CDA3918C}"/>
              </a:ext>
            </a:extLst>
          </p:cNvPr>
          <p:cNvSpPr/>
          <p:nvPr/>
        </p:nvSpPr>
        <p:spPr>
          <a:xfrm>
            <a:off x="4326688" y="423331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558DA7C-3E9A-4357-8092-813FF791CCE3}"/>
              </a:ext>
            </a:extLst>
          </p:cNvPr>
          <p:cNvSpPr txBox="1"/>
          <p:nvPr/>
        </p:nvSpPr>
        <p:spPr>
          <a:xfrm>
            <a:off x="4449009" y="46810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F039FD38-8654-407D-B5C7-125AE64A3771}"/>
              </a:ext>
            </a:extLst>
          </p:cNvPr>
          <p:cNvSpPr/>
          <p:nvPr/>
        </p:nvSpPr>
        <p:spPr>
          <a:xfrm>
            <a:off x="3057525" y="1042967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3871CA1-850F-473C-90EA-8C4CB0C38FF4}"/>
              </a:ext>
            </a:extLst>
          </p:cNvPr>
          <p:cNvSpPr txBox="1"/>
          <p:nvPr/>
        </p:nvSpPr>
        <p:spPr>
          <a:xfrm>
            <a:off x="3179846" y="108773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F133BD9C-AF2E-4CD2-80DF-C86070199455}"/>
              </a:ext>
            </a:extLst>
          </p:cNvPr>
          <p:cNvSpPr/>
          <p:nvPr/>
        </p:nvSpPr>
        <p:spPr>
          <a:xfrm>
            <a:off x="3057525" y="1649559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EB2BDC8-864F-4052-84EC-47695199344B}"/>
              </a:ext>
            </a:extLst>
          </p:cNvPr>
          <p:cNvSpPr txBox="1"/>
          <p:nvPr/>
        </p:nvSpPr>
        <p:spPr>
          <a:xfrm>
            <a:off x="3179846" y="169433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1" name="箭头: 左 60">
            <a:extLst>
              <a:ext uri="{FF2B5EF4-FFF2-40B4-BE49-F238E27FC236}">
                <a16:creationId xmlns:a16="http://schemas.microsoft.com/office/drawing/2014/main" id="{B1004200-BEFA-473E-85D0-B8B2B8C9188A}"/>
              </a:ext>
            </a:extLst>
          </p:cNvPr>
          <p:cNvSpPr/>
          <p:nvPr/>
        </p:nvSpPr>
        <p:spPr>
          <a:xfrm flipH="1">
            <a:off x="3693859" y="1050851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6AFA53C-F7C3-4EED-81D0-DF8E5BD3CE23}"/>
              </a:ext>
            </a:extLst>
          </p:cNvPr>
          <p:cNvSpPr/>
          <p:nvPr/>
        </p:nvSpPr>
        <p:spPr>
          <a:xfrm>
            <a:off x="3057525" y="429755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D875ABA9-4B1D-4C8C-8F2D-C6C936A4CE31}"/>
              </a:ext>
            </a:extLst>
          </p:cNvPr>
          <p:cNvSpPr/>
          <p:nvPr/>
        </p:nvSpPr>
        <p:spPr>
          <a:xfrm>
            <a:off x="3057525" y="2555625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8EDC693-5204-480C-AAF2-21909219B85D}"/>
              </a:ext>
            </a:extLst>
          </p:cNvPr>
          <p:cNvSpPr txBox="1"/>
          <p:nvPr/>
        </p:nvSpPr>
        <p:spPr>
          <a:xfrm>
            <a:off x="3179846" y="260039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3752C5D-DD05-4222-9478-12CAB1298D15}"/>
              </a:ext>
            </a:extLst>
          </p:cNvPr>
          <p:cNvSpPr/>
          <p:nvPr/>
        </p:nvSpPr>
        <p:spPr>
          <a:xfrm>
            <a:off x="4324350" y="3165527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FFFA86B-D05E-4181-B9C7-F6B044AE740B}"/>
              </a:ext>
            </a:extLst>
          </p:cNvPr>
          <p:cNvSpPr txBox="1"/>
          <p:nvPr/>
        </p:nvSpPr>
        <p:spPr>
          <a:xfrm>
            <a:off x="4446671" y="321029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BF7D6DC6-FAFA-4330-AAE5-9E720CA5A02F}"/>
              </a:ext>
            </a:extLst>
          </p:cNvPr>
          <p:cNvSpPr/>
          <p:nvPr/>
        </p:nvSpPr>
        <p:spPr>
          <a:xfrm>
            <a:off x="3057525" y="3772119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4A2A808-5A90-402A-B1CD-ACAFA3435612}"/>
              </a:ext>
            </a:extLst>
          </p:cNvPr>
          <p:cNvSpPr txBox="1"/>
          <p:nvPr/>
        </p:nvSpPr>
        <p:spPr>
          <a:xfrm>
            <a:off x="3179846" y="381689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64EFB09-4245-44B9-94B1-D6165C0649A1}"/>
              </a:ext>
            </a:extLst>
          </p:cNvPr>
          <p:cNvSpPr/>
          <p:nvPr/>
        </p:nvSpPr>
        <p:spPr>
          <a:xfrm>
            <a:off x="3057525" y="2552315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1E63B6ED-8908-4C95-9F24-D31BCCB9DDF4}"/>
              </a:ext>
            </a:extLst>
          </p:cNvPr>
          <p:cNvSpPr/>
          <p:nvPr/>
        </p:nvSpPr>
        <p:spPr>
          <a:xfrm>
            <a:off x="3057525" y="4685317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87A72BB-2CB8-4F41-898C-96F0795F3DEE}"/>
              </a:ext>
            </a:extLst>
          </p:cNvPr>
          <p:cNvSpPr txBox="1"/>
          <p:nvPr/>
        </p:nvSpPr>
        <p:spPr>
          <a:xfrm>
            <a:off x="3179846" y="473008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9EA1623A-65B3-4ED0-992C-14CE3E8AD6EB}"/>
              </a:ext>
            </a:extLst>
          </p:cNvPr>
          <p:cNvSpPr/>
          <p:nvPr/>
        </p:nvSpPr>
        <p:spPr>
          <a:xfrm>
            <a:off x="3057525" y="5295219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B38CF4D-C098-47D5-84C2-73AB58FD39CC}"/>
              </a:ext>
            </a:extLst>
          </p:cNvPr>
          <p:cNvSpPr txBox="1"/>
          <p:nvPr/>
        </p:nvSpPr>
        <p:spPr>
          <a:xfrm>
            <a:off x="3179846" y="533999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F06DA593-6413-4BED-AAD7-6001BBEFB4DC}"/>
              </a:ext>
            </a:extLst>
          </p:cNvPr>
          <p:cNvSpPr/>
          <p:nvPr/>
        </p:nvSpPr>
        <p:spPr>
          <a:xfrm>
            <a:off x="4324350" y="5901811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636E556-1663-4A97-A567-C3A6468C2F41}"/>
              </a:ext>
            </a:extLst>
          </p:cNvPr>
          <p:cNvSpPr txBox="1"/>
          <p:nvPr/>
        </p:nvSpPr>
        <p:spPr>
          <a:xfrm>
            <a:off x="4446671" y="594658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75ED9F1-62E2-4499-9019-0E6945597BE5}"/>
              </a:ext>
            </a:extLst>
          </p:cNvPr>
          <p:cNvSpPr/>
          <p:nvPr/>
        </p:nvSpPr>
        <p:spPr>
          <a:xfrm>
            <a:off x="3057525" y="4682007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左 78">
            <a:extLst>
              <a:ext uri="{FF2B5EF4-FFF2-40B4-BE49-F238E27FC236}">
                <a16:creationId xmlns:a16="http://schemas.microsoft.com/office/drawing/2014/main" id="{277BDE3B-81A4-4923-AFF0-E41CD3082403}"/>
              </a:ext>
            </a:extLst>
          </p:cNvPr>
          <p:cNvSpPr/>
          <p:nvPr/>
        </p:nvSpPr>
        <p:spPr>
          <a:xfrm flipH="1">
            <a:off x="3692105" y="3144264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箭头: 左 79">
            <a:extLst>
              <a:ext uri="{FF2B5EF4-FFF2-40B4-BE49-F238E27FC236}">
                <a16:creationId xmlns:a16="http://schemas.microsoft.com/office/drawing/2014/main" id="{3BE0F4C4-FFF0-4501-9B7A-7B882F47119A}"/>
              </a:ext>
            </a:extLst>
          </p:cNvPr>
          <p:cNvSpPr/>
          <p:nvPr/>
        </p:nvSpPr>
        <p:spPr>
          <a:xfrm flipH="1">
            <a:off x="3692105" y="5298305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连接符: 曲线 80">
            <a:extLst>
              <a:ext uri="{FF2B5EF4-FFF2-40B4-BE49-F238E27FC236}">
                <a16:creationId xmlns:a16="http://schemas.microsoft.com/office/drawing/2014/main" id="{E0DF3E2F-D615-47C7-8B6D-658AEF471EBB}"/>
              </a:ext>
            </a:extLst>
          </p:cNvPr>
          <p:cNvCxnSpPr>
            <a:cxnSpLocks/>
            <a:stCxn id="15" idx="0"/>
            <a:endCxn id="62" idx="1"/>
          </p:cNvCxnSpPr>
          <p:nvPr/>
        </p:nvCxnSpPr>
        <p:spPr>
          <a:xfrm rot="5400000" flipH="1" flipV="1">
            <a:off x="1393020" y="887811"/>
            <a:ext cx="1209362" cy="2119647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曲线 83">
            <a:extLst>
              <a:ext uri="{FF2B5EF4-FFF2-40B4-BE49-F238E27FC236}">
                <a16:creationId xmlns:a16="http://schemas.microsoft.com/office/drawing/2014/main" id="{0FA8F78E-24C7-436A-BB7A-5E87664B7CAF}"/>
              </a:ext>
            </a:extLst>
          </p:cNvPr>
          <p:cNvCxnSpPr>
            <a:cxnSpLocks/>
            <a:stCxn id="15" idx="3"/>
            <a:endCxn id="70" idx="1"/>
          </p:cNvCxnSpPr>
          <p:nvPr/>
        </p:nvCxnSpPr>
        <p:spPr>
          <a:xfrm>
            <a:off x="1875755" y="3465513"/>
            <a:ext cx="1181770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466F41E6-3FE9-4B8C-9F0E-F62DD7999F94}"/>
              </a:ext>
            </a:extLst>
          </p:cNvPr>
          <p:cNvCxnSpPr>
            <a:cxnSpLocks/>
            <a:stCxn id="15" idx="2"/>
            <a:endCxn id="78" idx="1"/>
          </p:cNvCxnSpPr>
          <p:nvPr/>
        </p:nvCxnSpPr>
        <p:spPr>
          <a:xfrm rot="16200000" flipH="1">
            <a:off x="1389454" y="3927134"/>
            <a:ext cx="1216494" cy="2119647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68CB193C-5CD0-495B-9743-434ADB7CD960}"/>
              </a:ext>
            </a:extLst>
          </p:cNvPr>
          <p:cNvSpPr/>
          <p:nvPr/>
        </p:nvSpPr>
        <p:spPr>
          <a:xfrm>
            <a:off x="2347452" y="2869552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D35B778C-C563-4A5B-9A5B-71206E17887E}"/>
              </a:ext>
            </a:extLst>
          </p:cNvPr>
          <p:cNvSpPr txBox="1"/>
          <p:nvPr/>
        </p:nvSpPr>
        <p:spPr>
          <a:xfrm>
            <a:off x="2469773" y="2914324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95" name="箭头: 左 94">
            <a:extLst>
              <a:ext uri="{FF2B5EF4-FFF2-40B4-BE49-F238E27FC236}">
                <a16:creationId xmlns:a16="http://schemas.microsoft.com/office/drawing/2014/main" id="{AED8D554-C554-4F65-917F-5D8586AA2DAC}"/>
              </a:ext>
            </a:extLst>
          </p:cNvPr>
          <p:cNvSpPr/>
          <p:nvPr/>
        </p:nvSpPr>
        <p:spPr>
          <a:xfrm flipH="1">
            <a:off x="1995394" y="3007216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箭头: 左 108">
            <a:extLst>
              <a:ext uri="{FF2B5EF4-FFF2-40B4-BE49-F238E27FC236}">
                <a16:creationId xmlns:a16="http://schemas.microsoft.com/office/drawing/2014/main" id="{829FF41A-9C24-4F01-8508-E8BD9DB3C72A}"/>
              </a:ext>
            </a:extLst>
          </p:cNvPr>
          <p:cNvSpPr/>
          <p:nvPr/>
        </p:nvSpPr>
        <p:spPr>
          <a:xfrm flipH="1">
            <a:off x="1313983" y="980901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8DD38D04-9CEF-467F-B770-1D2B69C7D083}"/>
              </a:ext>
            </a:extLst>
          </p:cNvPr>
          <p:cNvSpPr/>
          <p:nvPr/>
        </p:nvSpPr>
        <p:spPr>
          <a:xfrm>
            <a:off x="1659530" y="816798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E09FBE9-C336-4C36-90D8-74A6FE8CBC19}"/>
              </a:ext>
            </a:extLst>
          </p:cNvPr>
          <p:cNvSpPr txBox="1"/>
          <p:nvPr/>
        </p:nvSpPr>
        <p:spPr>
          <a:xfrm>
            <a:off x="1781851" y="86157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15" name="箭头: 左 114">
            <a:extLst>
              <a:ext uri="{FF2B5EF4-FFF2-40B4-BE49-F238E27FC236}">
                <a16:creationId xmlns:a16="http://schemas.microsoft.com/office/drawing/2014/main" id="{91608179-D8D0-4CD5-97A5-7008C00595D2}"/>
              </a:ext>
            </a:extLst>
          </p:cNvPr>
          <p:cNvSpPr/>
          <p:nvPr/>
        </p:nvSpPr>
        <p:spPr>
          <a:xfrm flipH="1">
            <a:off x="1126497" y="5647935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0AA92209-3B21-4E57-9A05-70FC470AF648}"/>
              </a:ext>
            </a:extLst>
          </p:cNvPr>
          <p:cNvSpPr/>
          <p:nvPr/>
        </p:nvSpPr>
        <p:spPr>
          <a:xfrm>
            <a:off x="1476470" y="5515047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9D1A3B3-1729-4F56-99ED-5368EF1B84B0}"/>
              </a:ext>
            </a:extLst>
          </p:cNvPr>
          <p:cNvSpPr txBox="1"/>
          <p:nvPr/>
        </p:nvSpPr>
        <p:spPr>
          <a:xfrm>
            <a:off x="1598791" y="555981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20" name="乘号 119">
            <a:extLst>
              <a:ext uri="{FF2B5EF4-FFF2-40B4-BE49-F238E27FC236}">
                <a16:creationId xmlns:a16="http://schemas.microsoft.com/office/drawing/2014/main" id="{B68B1C81-E201-45D4-9AFE-AE43AFF36923}"/>
              </a:ext>
            </a:extLst>
          </p:cNvPr>
          <p:cNvSpPr/>
          <p:nvPr/>
        </p:nvSpPr>
        <p:spPr>
          <a:xfrm>
            <a:off x="4622633" y="5252128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乘号 121">
            <a:extLst>
              <a:ext uri="{FF2B5EF4-FFF2-40B4-BE49-F238E27FC236}">
                <a16:creationId xmlns:a16="http://schemas.microsoft.com/office/drawing/2014/main" id="{26978AAC-ED63-4291-B836-6AB01E699E25}"/>
              </a:ext>
            </a:extLst>
          </p:cNvPr>
          <p:cNvSpPr/>
          <p:nvPr/>
        </p:nvSpPr>
        <p:spPr>
          <a:xfrm>
            <a:off x="4629984" y="3164389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C2CE6965-2EEA-4B84-91B1-02D869FC2698}"/>
              </a:ext>
            </a:extLst>
          </p:cNvPr>
          <p:cNvSpPr/>
          <p:nvPr/>
        </p:nvSpPr>
        <p:spPr>
          <a:xfrm>
            <a:off x="6114006" y="1441200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1FE1805-24E2-4860-9587-EA3A1ABC9D39}"/>
              </a:ext>
            </a:extLst>
          </p:cNvPr>
          <p:cNvSpPr txBox="1"/>
          <p:nvPr/>
        </p:nvSpPr>
        <p:spPr>
          <a:xfrm>
            <a:off x="6236327" y="148597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15454AA0-F1BC-4D3A-943D-7C9CD18B4D08}"/>
              </a:ext>
            </a:extLst>
          </p:cNvPr>
          <p:cNvSpPr/>
          <p:nvPr/>
        </p:nvSpPr>
        <p:spPr>
          <a:xfrm>
            <a:off x="6114006" y="2051102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1E9BBEE-9CF1-4EFA-BC98-890CA04B11E9}"/>
              </a:ext>
            </a:extLst>
          </p:cNvPr>
          <p:cNvSpPr txBox="1"/>
          <p:nvPr/>
        </p:nvSpPr>
        <p:spPr>
          <a:xfrm>
            <a:off x="6236327" y="2095874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A583E1E6-5176-4AE3-AA17-AED884B339AA}"/>
              </a:ext>
            </a:extLst>
          </p:cNvPr>
          <p:cNvSpPr/>
          <p:nvPr/>
        </p:nvSpPr>
        <p:spPr>
          <a:xfrm>
            <a:off x="6114006" y="2657694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F5C2C9C-4589-4047-A03D-215DB30022D3}"/>
              </a:ext>
            </a:extLst>
          </p:cNvPr>
          <p:cNvSpPr txBox="1"/>
          <p:nvPr/>
        </p:nvSpPr>
        <p:spPr>
          <a:xfrm>
            <a:off x="6236327" y="2702466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29" name="箭头: 左 128">
            <a:extLst>
              <a:ext uri="{FF2B5EF4-FFF2-40B4-BE49-F238E27FC236}">
                <a16:creationId xmlns:a16="http://schemas.microsoft.com/office/drawing/2014/main" id="{921D56CE-87CD-4303-8D60-A1F83391BBB5}"/>
              </a:ext>
            </a:extLst>
          </p:cNvPr>
          <p:cNvSpPr/>
          <p:nvPr/>
        </p:nvSpPr>
        <p:spPr>
          <a:xfrm>
            <a:off x="6750340" y="2030218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812F451E-7DFF-4633-BACC-0270D8FC3B2F}"/>
              </a:ext>
            </a:extLst>
          </p:cNvPr>
          <p:cNvSpPr/>
          <p:nvPr/>
        </p:nvSpPr>
        <p:spPr>
          <a:xfrm>
            <a:off x="6114006" y="1437890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连接符: 曲线 130">
            <a:extLst>
              <a:ext uri="{FF2B5EF4-FFF2-40B4-BE49-F238E27FC236}">
                <a16:creationId xmlns:a16="http://schemas.microsoft.com/office/drawing/2014/main" id="{761CF7BA-4B75-4359-BDA3-4DC7F11D0519}"/>
              </a:ext>
            </a:extLst>
          </p:cNvPr>
          <p:cNvCxnSpPr>
            <a:cxnSpLocks/>
            <a:stCxn id="62" idx="3"/>
            <a:endCxn id="130" idx="1"/>
          </p:cNvCxnSpPr>
          <p:nvPr/>
        </p:nvCxnSpPr>
        <p:spPr>
          <a:xfrm>
            <a:off x="4933280" y="1342953"/>
            <a:ext cx="1180726" cy="100813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箭头: 左 133">
            <a:extLst>
              <a:ext uri="{FF2B5EF4-FFF2-40B4-BE49-F238E27FC236}">
                <a16:creationId xmlns:a16="http://schemas.microsoft.com/office/drawing/2014/main" id="{7D37E721-61E4-4ACC-AC58-D00C7FCAE4D5}"/>
              </a:ext>
            </a:extLst>
          </p:cNvPr>
          <p:cNvSpPr/>
          <p:nvPr/>
        </p:nvSpPr>
        <p:spPr>
          <a:xfrm>
            <a:off x="5083590" y="885219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AE4B9C37-1010-4BA1-82CA-5F1771E4DB1E}"/>
              </a:ext>
            </a:extLst>
          </p:cNvPr>
          <p:cNvSpPr/>
          <p:nvPr/>
        </p:nvSpPr>
        <p:spPr>
          <a:xfrm>
            <a:off x="5395087" y="739671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1B84AE1-10D1-4DC6-A745-EF78975E6A07}"/>
              </a:ext>
            </a:extLst>
          </p:cNvPr>
          <p:cNvSpPr txBox="1"/>
          <p:nvPr/>
        </p:nvSpPr>
        <p:spPr>
          <a:xfrm>
            <a:off x="5517408" y="78444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88AC35DC-2905-4D00-9B09-FA7943C9367A}"/>
              </a:ext>
            </a:extLst>
          </p:cNvPr>
          <p:cNvSpPr/>
          <p:nvPr/>
        </p:nvSpPr>
        <p:spPr>
          <a:xfrm>
            <a:off x="7380831" y="3674387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6CC7494-840F-42CA-9C91-B9E2D690E688}"/>
              </a:ext>
            </a:extLst>
          </p:cNvPr>
          <p:cNvSpPr txBox="1"/>
          <p:nvPr/>
        </p:nvSpPr>
        <p:spPr>
          <a:xfrm>
            <a:off x="7503152" y="371915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849C511E-FD09-400C-A6BF-FDD7C666A092}"/>
              </a:ext>
            </a:extLst>
          </p:cNvPr>
          <p:cNvSpPr/>
          <p:nvPr/>
        </p:nvSpPr>
        <p:spPr>
          <a:xfrm>
            <a:off x="6114006" y="4301863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84AA42D-00E5-4C99-8266-072D1B0A7975}"/>
              </a:ext>
            </a:extLst>
          </p:cNvPr>
          <p:cNvSpPr txBox="1"/>
          <p:nvPr/>
        </p:nvSpPr>
        <p:spPr>
          <a:xfrm>
            <a:off x="6236327" y="4346635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A23D4572-04F3-446B-B494-4D06709FB6A2}"/>
              </a:ext>
            </a:extLst>
          </p:cNvPr>
          <p:cNvSpPr/>
          <p:nvPr/>
        </p:nvSpPr>
        <p:spPr>
          <a:xfrm>
            <a:off x="6114006" y="4908455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A5DAA3E-7D51-42B7-B483-20C5053AA728}"/>
              </a:ext>
            </a:extLst>
          </p:cNvPr>
          <p:cNvSpPr txBox="1"/>
          <p:nvPr/>
        </p:nvSpPr>
        <p:spPr>
          <a:xfrm>
            <a:off x="6236327" y="495322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44" name="箭头: 左 143">
            <a:extLst>
              <a:ext uri="{FF2B5EF4-FFF2-40B4-BE49-F238E27FC236}">
                <a16:creationId xmlns:a16="http://schemas.microsoft.com/office/drawing/2014/main" id="{515BD37B-7C1A-483D-AF98-978806916475}"/>
              </a:ext>
            </a:extLst>
          </p:cNvPr>
          <p:cNvSpPr/>
          <p:nvPr/>
        </p:nvSpPr>
        <p:spPr>
          <a:xfrm>
            <a:off x="6750340" y="4280979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15331B6-2D35-426A-ACE8-BFD696D9D880}"/>
              </a:ext>
            </a:extLst>
          </p:cNvPr>
          <p:cNvSpPr/>
          <p:nvPr/>
        </p:nvSpPr>
        <p:spPr>
          <a:xfrm>
            <a:off x="6114006" y="3688651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6" name="连接符: 曲线 145">
            <a:extLst>
              <a:ext uri="{FF2B5EF4-FFF2-40B4-BE49-F238E27FC236}">
                <a16:creationId xmlns:a16="http://schemas.microsoft.com/office/drawing/2014/main" id="{EC35617E-9A15-4470-B9F9-3F5F7D0DF593}"/>
              </a:ext>
            </a:extLst>
          </p:cNvPr>
          <p:cNvCxnSpPr>
            <a:cxnSpLocks/>
            <a:stCxn id="62" idx="3"/>
            <a:endCxn id="145" idx="1"/>
          </p:cNvCxnSpPr>
          <p:nvPr/>
        </p:nvCxnSpPr>
        <p:spPr>
          <a:xfrm>
            <a:off x="4933280" y="1342953"/>
            <a:ext cx="1180726" cy="325889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箭头: 左 148">
            <a:extLst>
              <a:ext uri="{FF2B5EF4-FFF2-40B4-BE49-F238E27FC236}">
                <a16:creationId xmlns:a16="http://schemas.microsoft.com/office/drawing/2014/main" id="{725F038C-8CA0-4878-B102-D80F380CB4EE}"/>
              </a:ext>
            </a:extLst>
          </p:cNvPr>
          <p:cNvSpPr/>
          <p:nvPr/>
        </p:nvSpPr>
        <p:spPr>
          <a:xfrm>
            <a:off x="5415870" y="4352236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乘号 149">
            <a:extLst>
              <a:ext uri="{FF2B5EF4-FFF2-40B4-BE49-F238E27FC236}">
                <a16:creationId xmlns:a16="http://schemas.microsoft.com/office/drawing/2014/main" id="{26EA74B9-8238-43F9-A75A-56F4FAB7FB73}"/>
              </a:ext>
            </a:extLst>
          </p:cNvPr>
          <p:cNvSpPr/>
          <p:nvPr/>
        </p:nvSpPr>
        <p:spPr>
          <a:xfrm>
            <a:off x="7684127" y="2058126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93CC4DA3-B9E4-4A06-B71D-EE0F194BA2E0}"/>
              </a:ext>
            </a:extLst>
          </p:cNvPr>
          <p:cNvSpPr/>
          <p:nvPr/>
        </p:nvSpPr>
        <p:spPr>
          <a:xfrm>
            <a:off x="10592976" y="1420756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B443937-B3F4-4F81-ACAB-20BDDFD9A9F5}"/>
              </a:ext>
            </a:extLst>
          </p:cNvPr>
          <p:cNvSpPr txBox="1"/>
          <p:nvPr/>
        </p:nvSpPr>
        <p:spPr>
          <a:xfrm>
            <a:off x="10715297" y="1465528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3757D739-B821-45B8-931F-8290E71F6AC1}"/>
              </a:ext>
            </a:extLst>
          </p:cNvPr>
          <p:cNvSpPr/>
          <p:nvPr/>
        </p:nvSpPr>
        <p:spPr>
          <a:xfrm>
            <a:off x="9326151" y="2654824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23F688AD-4F70-471A-8335-3DCF60E13011}"/>
              </a:ext>
            </a:extLst>
          </p:cNvPr>
          <p:cNvSpPr txBox="1"/>
          <p:nvPr/>
        </p:nvSpPr>
        <p:spPr>
          <a:xfrm>
            <a:off x="9448472" y="2699596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B558747-D536-453F-BB15-725731631E30}"/>
              </a:ext>
            </a:extLst>
          </p:cNvPr>
          <p:cNvSpPr/>
          <p:nvPr/>
        </p:nvSpPr>
        <p:spPr>
          <a:xfrm>
            <a:off x="9326151" y="1435020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连接符: 曲线 81">
            <a:extLst>
              <a:ext uri="{FF2B5EF4-FFF2-40B4-BE49-F238E27FC236}">
                <a16:creationId xmlns:a16="http://schemas.microsoft.com/office/drawing/2014/main" id="{F3589886-455D-4B7C-BC05-694FF7488A3C}"/>
              </a:ext>
            </a:extLst>
          </p:cNvPr>
          <p:cNvCxnSpPr>
            <a:cxnSpLocks/>
            <a:stCxn id="145" idx="3"/>
            <a:endCxn id="158" idx="1"/>
          </p:cNvCxnSpPr>
          <p:nvPr/>
        </p:nvCxnSpPr>
        <p:spPr>
          <a:xfrm flipV="1">
            <a:off x="7989761" y="2348218"/>
            <a:ext cx="1336390" cy="225363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椭圆 82">
            <a:extLst>
              <a:ext uri="{FF2B5EF4-FFF2-40B4-BE49-F238E27FC236}">
                <a16:creationId xmlns:a16="http://schemas.microsoft.com/office/drawing/2014/main" id="{3439C83B-9253-4205-B664-647EFDEF9FE2}"/>
              </a:ext>
            </a:extLst>
          </p:cNvPr>
          <p:cNvSpPr/>
          <p:nvPr/>
        </p:nvSpPr>
        <p:spPr>
          <a:xfrm>
            <a:off x="8693323" y="1657443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D4740CB-7495-4A90-B425-FBD8DD6DE0C4}"/>
              </a:ext>
            </a:extLst>
          </p:cNvPr>
          <p:cNvSpPr txBox="1"/>
          <p:nvPr/>
        </p:nvSpPr>
        <p:spPr>
          <a:xfrm>
            <a:off x="8815644" y="1702215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86" name="箭头: 左 85">
            <a:extLst>
              <a:ext uri="{FF2B5EF4-FFF2-40B4-BE49-F238E27FC236}">
                <a16:creationId xmlns:a16="http://schemas.microsoft.com/office/drawing/2014/main" id="{1ABC6C49-EBD5-4701-B8A7-B8B0BBA240B2}"/>
              </a:ext>
            </a:extLst>
          </p:cNvPr>
          <p:cNvSpPr/>
          <p:nvPr/>
        </p:nvSpPr>
        <p:spPr>
          <a:xfrm flipH="1">
            <a:off x="8341265" y="1795107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1423B31D-AB18-40B4-9EC3-20F78E5BBB21}"/>
              </a:ext>
            </a:extLst>
          </p:cNvPr>
          <p:cNvSpPr/>
          <p:nvPr/>
        </p:nvSpPr>
        <p:spPr>
          <a:xfrm>
            <a:off x="10594730" y="2033765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D3ED981-8D44-4107-AF4D-CE9728BFF948}"/>
              </a:ext>
            </a:extLst>
          </p:cNvPr>
          <p:cNvSpPr txBox="1"/>
          <p:nvPr/>
        </p:nvSpPr>
        <p:spPr>
          <a:xfrm>
            <a:off x="10717051" y="207853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97" name="箭头: 左 96">
            <a:extLst>
              <a:ext uri="{FF2B5EF4-FFF2-40B4-BE49-F238E27FC236}">
                <a16:creationId xmlns:a16="http://schemas.microsoft.com/office/drawing/2014/main" id="{0D080946-3C55-4625-B425-654D7EC49723}"/>
              </a:ext>
            </a:extLst>
          </p:cNvPr>
          <p:cNvSpPr/>
          <p:nvPr/>
        </p:nvSpPr>
        <p:spPr>
          <a:xfrm flipH="1">
            <a:off x="9962485" y="2012502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02F19CDD-CB20-4AF3-82E2-F3A851285D6F}"/>
              </a:ext>
            </a:extLst>
          </p:cNvPr>
          <p:cNvSpPr/>
          <p:nvPr/>
        </p:nvSpPr>
        <p:spPr>
          <a:xfrm>
            <a:off x="10590638" y="3674387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13912E4B-1190-4A03-89F7-A97A3D7F2465}"/>
              </a:ext>
            </a:extLst>
          </p:cNvPr>
          <p:cNvSpPr txBox="1"/>
          <p:nvPr/>
        </p:nvSpPr>
        <p:spPr>
          <a:xfrm>
            <a:off x="10712959" y="371915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91B4A158-FA1B-4EDD-85DD-D800F6629056}"/>
              </a:ext>
            </a:extLst>
          </p:cNvPr>
          <p:cNvSpPr/>
          <p:nvPr/>
        </p:nvSpPr>
        <p:spPr>
          <a:xfrm>
            <a:off x="10590638" y="4908455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A5F52FA-07F0-4BB5-8C62-35AC3736919B}"/>
              </a:ext>
            </a:extLst>
          </p:cNvPr>
          <p:cNvSpPr txBox="1"/>
          <p:nvPr/>
        </p:nvSpPr>
        <p:spPr>
          <a:xfrm>
            <a:off x="10712959" y="495322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D547B12-E45E-4757-ABF9-E1636B07D309}"/>
              </a:ext>
            </a:extLst>
          </p:cNvPr>
          <p:cNvSpPr/>
          <p:nvPr/>
        </p:nvSpPr>
        <p:spPr>
          <a:xfrm>
            <a:off x="9323813" y="3688651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5E37D0AE-0531-4775-A9E4-4A62F0B37D97}"/>
              </a:ext>
            </a:extLst>
          </p:cNvPr>
          <p:cNvSpPr/>
          <p:nvPr/>
        </p:nvSpPr>
        <p:spPr>
          <a:xfrm>
            <a:off x="9323813" y="4301863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293387A-8797-40AB-A112-4F19F6682553}"/>
              </a:ext>
            </a:extLst>
          </p:cNvPr>
          <p:cNvSpPr txBox="1"/>
          <p:nvPr/>
        </p:nvSpPr>
        <p:spPr>
          <a:xfrm>
            <a:off x="9446134" y="4346635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05" name="箭头: 左 104">
            <a:extLst>
              <a:ext uri="{FF2B5EF4-FFF2-40B4-BE49-F238E27FC236}">
                <a16:creationId xmlns:a16="http://schemas.microsoft.com/office/drawing/2014/main" id="{1B8476D3-B1EA-4A37-9E95-91B1BB45CB2A}"/>
              </a:ext>
            </a:extLst>
          </p:cNvPr>
          <p:cNvSpPr/>
          <p:nvPr/>
        </p:nvSpPr>
        <p:spPr>
          <a:xfrm flipH="1">
            <a:off x="9960147" y="4266133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6" name="连接符: 曲线 105">
            <a:extLst>
              <a:ext uri="{FF2B5EF4-FFF2-40B4-BE49-F238E27FC236}">
                <a16:creationId xmlns:a16="http://schemas.microsoft.com/office/drawing/2014/main" id="{A9F6CEAC-D0A4-4F60-AA29-C4AD924266E0}"/>
              </a:ext>
            </a:extLst>
          </p:cNvPr>
          <p:cNvCxnSpPr>
            <a:cxnSpLocks/>
            <a:stCxn id="145" idx="3"/>
            <a:endCxn id="102" idx="1"/>
          </p:cNvCxnSpPr>
          <p:nvPr/>
        </p:nvCxnSpPr>
        <p:spPr>
          <a:xfrm>
            <a:off x="7989761" y="4601849"/>
            <a:ext cx="1334052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箭头: 左 106">
            <a:extLst>
              <a:ext uri="{FF2B5EF4-FFF2-40B4-BE49-F238E27FC236}">
                <a16:creationId xmlns:a16="http://schemas.microsoft.com/office/drawing/2014/main" id="{78C58982-C836-47B4-BDA4-1826A69AABF0}"/>
              </a:ext>
            </a:extLst>
          </p:cNvPr>
          <p:cNvSpPr/>
          <p:nvPr/>
        </p:nvSpPr>
        <p:spPr>
          <a:xfrm flipH="1">
            <a:off x="8158012" y="4782819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DF29EE93-995B-4033-9323-838E3CC0D9C7}"/>
              </a:ext>
            </a:extLst>
          </p:cNvPr>
          <p:cNvSpPr/>
          <p:nvPr/>
        </p:nvSpPr>
        <p:spPr>
          <a:xfrm>
            <a:off x="8507985" y="4649931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A43D7D34-31A3-4392-8206-3729BFE8430A}"/>
              </a:ext>
            </a:extLst>
          </p:cNvPr>
          <p:cNvSpPr txBox="1"/>
          <p:nvPr/>
        </p:nvSpPr>
        <p:spPr>
          <a:xfrm>
            <a:off x="8630306" y="469470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39E306D-67EF-45E9-9BDE-CAC0CB0909CE}"/>
              </a:ext>
            </a:extLst>
          </p:cNvPr>
          <p:cNvCxnSpPr>
            <a:stCxn id="158" idx="3"/>
          </p:cNvCxnSpPr>
          <p:nvPr/>
        </p:nvCxnSpPr>
        <p:spPr>
          <a:xfrm>
            <a:off x="11201906" y="2348218"/>
            <a:ext cx="782948" cy="92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764806D-FFF2-4E1F-9C06-66A242A4262E}"/>
              </a:ext>
            </a:extLst>
          </p:cNvPr>
          <p:cNvCxnSpPr/>
          <p:nvPr/>
        </p:nvCxnSpPr>
        <p:spPr>
          <a:xfrm>
            <a:off x="11197230" y="4614549"/>
            <a:ext cx="782948" cy="92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2EFEFEB-1B90-4EAF-B0A2-E264B67A879E}"/>
              </a:ext>
            </a:extLst>
          </p:cNvPr>
          <p:cNvSpPr txBox="1"/>
          <p:nvPr/>
        </p:nvSpPr>
        <p:spPr>
          <a:xfrm>
            <a:off x="11092665" y="2415983"/>
            <a:ext cx="1210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continued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7656C52-436D-4171-8451-59297038F7C4}"/>
              </a:ext>
            </a:extLst>
          </p:cNvPr>
          <p:cNvSpPr txBox="1"/>
          <p:nvPr/>
        </p:nvSpPr>
        <p:spPr>
          <a:xfrm>
            <a:off x="11092665" y="4677553"/>
            <a:ext cx="1210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continued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44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B0790B7-C1E1-4E70-9A81-33831F8A545E}"/>
              </a:ext>
            </a:extLst>
          </p:cNvPr>
          <p:cNvSpPr/>
          <p:nvPr/>
        </p:nvSpPr>
        <p:spPr>
          <a:xfrm>
            <a:off x="1504702" y="186759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5B2FA5-47E6-4714-8125-EF1ABC01D710}"/>
              </a:ext>
            </a:extLst>
          </p:cNvPr>
          <p:cNvSpPr txBox="1"/>
          <p:nvPr/>
        </p:nvSpPr>
        <p:spPr>
          <a:xfrm>
            <a:off x="1627023" y="23153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B88CCA1-851E-4E6A-960B-F4041C4CCC63}"/>
              </a:ext>
            </a:extLst>
          </p:cNvPr>
          <p:cNvSpPr/>
          <p:nvPr/>
        </p:nvSpPr>
        <p:spPr>
          <a:xfrm>
            <a:off x="237877" y="1420827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ECEE0-B7D3-4FA8-A7FA-1F6B5D535A93}"/>
              </a:ext>
            </a:extLst>
          </p:cNvPr>
          <p:cNvSpPr txBox="1"/>
          <p:nvPr/>
        </p:nvSpPr>
        <p:spPr>
          <a:xfrm>
            <a:off x="360198" y="146559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F80B4-9152-4D70-A686-875AF290B4D8}"/>
              </a:ext>
            </a:extLst>
          </p:cNvPr>
          <p:cNvSpPr/>
          <p:nvPr/>
        </p:nvSpPr>
        <p:spPr>
          <a:xfrm>
            <a:off x="237877" y="201023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DC6E4A7-DD15-4D22-9F60-C5FF7CBA4EB5}"/>
              </a:ext>
            </a:extLst>
          </p:cNvPr>
          <p:cNvSpPr/>
          <p:nvPr/>
        </p:nvSpPr>
        <p:spPr>
          <a:xfrm>
            <a:off x="1506456" y="799768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43CB9F-8BE2-4584-B751-7048B95236BA}"/>
              </a:ext>
            </a:extLst>
          </p:cNvPr>
          <p:cNvSpPr txBox="1"/>
          <p:nvPr/>
        </p:nvSpPr>
        <p:spPr>
          <a:xfrm>
            <a:off x="1628777" y="84454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2131FC7B-78F1-4032-A491-1D29342C6546}"/>
              </a:ext>
            </a:extLst>
          </p:cNvPr>
          <p:cNvSpPr/>
          <p:nvPr/>
        </p:nvSpPr>
        <p:spPr>
          <a:xfrm flipH="1">
            <a:off x="874211" y="778505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2F1AD1-56B8-4BA4-8290-A7223CE2347C}"/>
              </a:ext>
            </a:extLst>
          </p:cNvPr>
          <p:cNvSpPr/>
          <p:nvPr/>
        </p:nvSpPr>
        <p:spPr>
          <a:xfrm>
            <a:off x="1504702" y="4816317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5A99F5-433F-472E-A75D-95AFA0C71712}"/>
              </a:ext>
            </a:extLst>
          </p:cNvPr>
          <p:cNvSpPr txBox="1"/>
          <p:nvPr/>
        </p:nvSpPr>
        <p:spPr>
          <a:xfrm>
            <a:off x="1627023" y="4861089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7BD2774-F369-4508-832F-3C7CBE7ED2EC}"/>
              </a:ext>
            </a:extLst>
          </p:cNvPr>
          <p:cNvSpPr/>
          <p:nvPr/>
        </p:nvSpPr>
        <p:spPr>
          <a:xfrm>
            <a:off x="1504702" y="6050385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169E3A-8CD3-4279-8ECB-7430F4D52BE3}"/>
              </a:ext>
            </a:extLst>
          </p:cNvPr>
          <p:cNvSpPr txBox="1"/>
          <p:nvPr/>
        </p:nvSpPr>
        <p:spPr>
          <a:xfrm>
            <a:off x="1627023" y="609515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96AEC6-A5FA-4B1E-BD12-61D2538CD0B9}"/>
              </a:ext>
            </a:extLst>
          </p:cNvPr>
          <p:cNvSpPr/>
          <p:nvPr/>
        </p:nvSpPr>
        <p:spPr>
          <a:xfrm>
            <a:off x="237877" y="4830581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6AB3E6B-BFF0-4365-85C5-51FE31EF8059}"/>
              </a:ext>
            </a:extLst>
          </p:cNvPr>
          <p:cNvSpPr/>
          <p:nvPr/>
        </p:nvSpPr>
        <p:spPr>
          <a:xfrm>
            <a:off x="237877" y="5443793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D59E79-4ABB-4990-928C-92BA65E0410A}"/>
              </a:ext>
            </a:extLst>
          </p:cNvPr>
          <p:cNvSpPr txBox="1"/>
          <p:nvPr/>
        </p:nvSpPr>
        <p:spPr>
          <a:xfrm>
            <a:off x="360198" y="5488565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9" name="箭头: 左 18">
            <a:extLst>
              <a:ext uri="{FF2B5EF4-FFF2-40B4-BE49-F238E27FC236}">
                <a16:creationId xmlns:a16="http://schemas.microsoft.com/office/drawing/2014/main" id="{6E34A522-EC4D-4AF0-BBC6-839C4D595912}"/>
              </a:ext>
            </a:extLst>
          </p:cNvPr>
          <p:cNvSpPr/>
          <p:nvPr/>
        </p:nvSpPr>
        <p:spPr>
          <a:xfrm flipH="1">
            <a:off x="874211" y="5408063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E39CECC-48DB-48A1-87D8-BDF37809C345}"/>
              </a:ext>
            </a:extLst>
          </p:cNvPr>
          <p:cNvSpPr/>
          <p:nvPr/>
        </p:nvSpPr>
        <p:spPr>
          <a:xfrm>
            <a:off x="2793792" y="1635070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03BC60-A65A-4061-9B0B-0E1C294D7105}"/>
              </a:ext>
            </a:extLst>
          </p:cNvPr>
          <p:cNvSpPr txBox="1"/>
          <p:nvPr/>
        </p:nvSpPr>
        <p:spPr>
          <a:xfrm>
            <a:off x="2916113" y="167984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C1F0338-25D8-4021-B7D1-0EB6B04D3C7E}"/>
              </a:ext>
            </a:extLst>
          </p:cNvPr>
          <p:cNvSpPr/>
          <p:nvPr/>
        </p:nvSpPr>
        <p:spPr>
          <a:xfrm>
            <a:off x="2796130" y="2859549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F3CB3B-D783-427F-8C1A-888FD5D541D2}"/>
              </a:ext>
            </a:extLst>
          </p:cNvPr>
          <p:cNvSpPr txBox="1"/>
          <p:nvPr/>
        </p:nvSpPr>
        <p:spPr>
          <a:xfrm>
            <a:off x="2918451" y="2904321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04C48B-2688-4D08-928E-F289552D0A4D}"/>
              </a:ext>
            </a:extLst>
          </p:cNvPr>
          <p:cNvSpPr/>
          <p:nvPr/>
        </p:nvSpPr>
        <p:spPr>
          <a:xfrm>
            <a:off x="2796130" y="1639745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08062D1-AB86-4CAC-B592-FF9093F36D43}"/>
              </a:ext>
            </a:extLst>
          </p:cNvPr>
          <p:cNvSpPr/>
          <p:nvPr/>
        </p:nvSpPr>
        <p:spPr>
          <a:xfrm>
            <a:off x="4064709" y="2238490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FC7762-92DC-469F-829B-93CA5ADF7893}"/>
              </a:ext>
            </a:extLst>
          </p:cNvPr>
          <p:cNvSpPr txBox="1"/>
          <p:nvPr/>
        </p:nvSpPr>
        <p:spPr>
          <a:xfrm>
            <a:off x="4187030" y="228326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8" name="箭头: 左 27">
            <a:extLst>
              <a:ext uri="{FF2B5EF4-FFF2-40B4-BE49-F238E27FC236}">
                <a16:creationId xmlns:a16="http://schemas.microsoft.com/office/drawing/2014/main" id="{F9DBBB2D-095F-4593-8A58-A10E02035732}"/>
              </a:ext>
            </a:extLst>
          </p:cNvPr>
          <p:cNvSpPr/>
          <p:nvPr/>
        </p:nvSpPr>
        <p:spPr>
          <a:xfrm>
            <a:off x="3430127" y="2232073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左 28">
            <a:extLst>
              <a:ext uri="{FF2B5EF4-FFF2-40B4-BE49-F238E27FC236}">
                <a16:creationId xmlns:a16="http://schemas.microsoft.com/office/drawing/2014/main" id="{59A3A3BC-E782-4160-AE4D-524A457B5E7F}"/>
              </a:ext>
            </a:extLst>
          </p:cNvPr>
          <p:cNvSpPr/>
          <p:nvPr/>
        </p:nvSpPr>
        <p:spPr>
          <a:xfrm>
            <a:off x="1739794" y="2675304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C85EF73-D9D9-410D-A96B-45D4012E9FE2}"/>
              </a:ext>
            </a:extLst>
          </p:cNvPr>
          <p:cNvSpPr/>
          <p:nvPr/>
        </p:nvSpPr>
        <p:spPr>
          <a:xfrm>
            <a:off x="2051291" y="2529756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A1FAC7-A4E0-4D06-92EE-DC0F90B673DA}"/>
              </a:ext>
            </a:extLst>
          </p:cNvPr>
          <p:cNvSpPr txBox="1"/>
          <p:nvPr/>
        </p:nvSpPr>
        <p:spPr>
          <a:xfrm>
            <a:off x="2173612" y="2574528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BB314A08-3776-4C2C-A7C6-E55EF0D4E8E7}"/>
              </a:ext>
            </a:extLst>
          </p:cNvPr>
          <p:cNvCxnSpPr>
            <a:cxnSpLocks/>
            <a:stCxn id="8" idx="2"/>
            <a:endCxn id="24" idx="1"/>
          </p:cNvCxnSpPr>
          <p:nvPr/>
        </p:nvCxnSpPr>
        <p:spPr>
          <a:xfrm rot="16200000" flipH="1">
            <a:off x="1723180" y="1479993"/>
            <a:ext cx="525524" cy="1620375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>
            <a:extLst>
              <a:ext uri="{FF2B5EF4-FFF2-40B4-BE49-F238E27FC236}">
                <a16:creationId xmlns:a16="http://schemas.microsoft.com/office/drawing/2014/main" id="{B6EC2DFF-DAE0-4D06-8727-EB0A4A032D97}"/>
              </a:ext>
            </a:extLst>
          </p:cNvPr>
          <p:cNvSpPr/>
          <p:nvPr/>
        </p:nvSpPr>
        <p:spPr>
          <a:xfrm>
            <a:off x="4067631" y="-23379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F128479-213D-469E-9731-2C41A4359A42}"/>
              </a:ext>
            </a:extLst>
          </p:cNvPr>
          <p:cNvSpPr txBox="1"/>
          <p:nvPr/>
        </p:nvSpPr>
        <p:spPr>
          <a:xfrm>
            <a:off x="4189952" y="2139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273A6A38-0ED7-4D40-B313-DD5CA0D38787}"/>
              </a:ext>
            </a:extLst>
          </p:cNvPr>
          <p:cNvSpPr/>
          <p:nvPr/>
        </p:nvSpPr>
        <p:spPr>
          <a:xfrm>
            <a:off x="2797300" y="1210690"/>
            <a:ext cx="413224" cy="413224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B0D7136-0F65-4A66-827D-42133A10DF68}"/>
              </a:ext>
            </a:extLst>
          </p:cNvPr>
          <p:cNvSpPr txBox="1"/>
          <p:nvPr/>
        </p:nvSpPr>
        <p:spPr>
          <a:xfrm>
            <a:off x="2824119" y="1134236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CBF16D9-72F8-4958-BA71-97E79F77EC6C}"/>
              </a:ext>
            </a:extLst>
          </p:cNvPr>
          <p:cNvSpPr/>
          <p:nvPr/>
        </p:nvSpPr>
        <p:spPr>
          <a:xfrm>
            <a:off x="2797299" y="-9115"/>
            <a:ext cx="1875755" cy="164418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9FDAF7B7-CFD3-4A95-83DD-25385C6738F7}"/>
              </a:ext>
            </a:extLst>
          </p:cNvPr>
          <p:cNvSpPr/>
          <p:nvPr/>
        </p:nvSpPr>
        <p:spPr>
          <a:xfrm>
            <a:off x="4065878" y="589630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1DA5AF00-377D-4E37-BAA0-16543A013E17}"/>
              </a:ext>
            </a:extLst>
          </p:cNvPr>
          <p:cNvSpPr txBox="1"/>
          <p:nvPr/>
        </p:nvSpPr>
        <p:spPr>
          <a:xfrm>
            <a:off x="4188199" y="63440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71" name="箭头: 左 70">
            <a:extLst>
              <a:ext uri="{FF2B5EF4-FFF2-40B4-BE49-F238E27FC236}">
                <a16:creationId xmlns:a16="http://schemas.microsoft.com/office/drawing/2014/main" id="{2C047323-2962-448A-A520-D4840E8183E7}"/>
              </a:ext>
            </a:extLst>
          </p:cNvPr>
          <p:cNvSpPr/>
          <p:nvPr/>
        </p:nvSpPr>
        <p:spPr>
          <a:xfrm>
            <a:off x="3431296" y="583213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E8DE0511-A7F2-45A2-B6E8-4EED3B2AB06D}"/>
              </a:ext>
            </a:extLst>
          </p:cNvPr>
          <p:cNvCxnSpPr>
            <a:cxnSpLocks/>
            <a:stCxn id="9" idx="6"/>
            <a:endCxn id="68" idx="1"/>
          </p:cNvCxnSpPr>
          <p:nvPr/>
        </p:nvCxnSpPr>
        <p:spPr>
          <a:xfrm flipV="1">
            <a:off x="2113048" y="812978"/>
            <a:ext cx="684251" cy="29008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乘号 75">
            <a:extLst>
              <a:ext uri="{FF2B5EF4-FFF2-40B4-BE49-F238E27FC236}">
                <a16:creationId xmlns:a16="http://schemas.microsoft.com/office/drawing/2014/main" id="{99A74442-AD39-4968-99FE-190BF7BB7747}"/>
              </a:ext>
            </a:extLst>
          </p:cNvPr>
          <p:cNvSpPr/>
          <p:nvPr/>
        </p:nvSpPr>
        <p:spPr>
          <a:xfrm>
            <a:off x="4369174" y="606196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65871009-3CFF-414C-A9CF-E1C1ADA3DC75}"/>
              </a:ext>
            </a:extLst>
          </p:cNvPr>
          <p:cNvSpPr/>
          <p:nvPr/>
        </p:nvSpPr>
        <p:spPr>
          <a:xfrm>
            <a:off x="2795562" y="3472761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31785C3-F9C2-4145-9EC9-05A7D77C0892}"/>
              </a:ext>
            </a:extLst>
          </p:cNvPr>
          <p:cNvSpPr txBox="1"/>
          <p:nvPr/>
        </p:nvSpPr>
        <p:spPr>
          <a:xfrm>
            <a:off x="2917883" y="3517533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77DEB8A-05AE-461B-88FC-A1B2EF22EF05}"/>
              </a:ext>
            </a:extLst>
          </p:cNvPr>
          <p:cNvSpPr/>
          <p:nvPr/>
        </p:nvSpPr>
        <p:spPr>
          <a:xfrm>
            <a:off x="4059741" y="4690620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9785026-D07D-4B81-A62F-8C45617B6E96}"/>
              </a:ext>
            </a:extLst>
          </p:cNvPr>
          <p:cNvSpPr txBox="1"/>
          <p:nvPr/>
        </p:nvSpPr>
        <p:spPr>
          <a:xfrm>
            <a:off x="4182062" y="4735392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32CF0F15-E10A-4D0C-94F9-5E334DE5E71F}"/>
              </a:ext>
            </a:extLst>
          </p:cNvPr>
          <p:cNvSpPr/>
          <p:nvPr/>
        </p:nvSpPr>
        <p:spPr>
          <a:xfrm>
            <a:off x="2792916" y="3470816"/>
            <a:ext cx="1875755" cy="1826396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F479731-0391-489A-A32D-28404C7B1D31}"/>
              </a:ext>
            </a:extLst>
          </p:cNvPr>
          <p:cNvSpPr/>
          <p:nvPr/>
        </p:nvSpPr>
        <p:spPr>
          <a:xfrm>
            <a:off x="2792916" y="4084028"/>
            <a:ext cx="606592" cy="606592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4BE363B-EEFB-4820-810F-40E0D3E90215}"/>
              </a:ext>
            </a:extLst>
          </p:cNvPr>
          <p:cNvSpPr txBox="1"/>
          <p:nvPr/>
        </p:nvSpPr>
        <p:spPr>
          <a:xfrm>
            <a:off x="2915237" y="412880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31" name="箭头: 左 130">
            <a:extLst>
              <a:ext uri="{FF2B5EF4-FFF2-40B4-BE49-F238E27FC236}">
                <a16:creationId xmlns:a16="http://schemas.microsoft.com/office/drawing/2014/main" id="{EB5C3EC6-7559-4196-90E9-5CA58F16CFEF}"/>
              </a:ext>
            </a:extLst>
          </p:cNvPr>
          <p:cNvSpPr/>
          <p:nvPr/>
        </p:nvSpPr>
        <p:spPr>
          <a:xfrm>
            <a:off x="3431168" y="4087114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连接符: 曲线 131">
            <a:extLst>
              <a:ext uri="{FF2B5EF4-FFF2-40B4-BE49-F238E27FC236}">
                <a16:creationId xmlns:a16="http://schemas.microsoft.com/office/drawing/2014/main" id="{F31BB042-2DD0-4CF5-A801-2D4945849AF0}"/>
              </a:ext>
            </a:extLst>
          </p:cNvPr>
          <p:cNvCxnSpPr>
            <a:cxnSpLocks/>
            <a:stCxn id="16" idx="0"/>
            <a:endCxn id="128" idx="2"/>
          </p:cNvCxnSpPr>
          <p:nvPr/>
        </p:nvCxnSpPr>
        <p:spPr>
          <a:xfrm rot="5400000" flipH="1" flipV="1">
            <a:off x="1762707" y="3800373"/>
            <a:ext cx="443257" cy="1617161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箭头: 左 136">
            <a:extLst>
              <a:ext uri="{FF2B5EF4-FFF2-40B4-BE49-F238E27FC236}">
                <a16:creationId xmlns:a16="http://schemas.microsoft.com/office/drawing/2014/main" id="{FCC09641-7BE1-442F-AB8C-3FF6288976B8}"/>
              </a:ext>
            </a:extLst>
          </p:cNvPr>
          <p:cNvSpPr/>
          <p:nvPr/>
        </p:nvSpPr>
        <p:spPr>
          <a:xfrm>
            <a:off x="1739794" y="3937683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A2B8981F-B3A6-409A-A94A-958A920D2DD8}"/>
              </a:ext>
            </a:extLst>
          </p:cNvPr>
          <p:cNvSpPr/>
          <p:nvPr/>
        </p:nvSpPr>
        <p:spPr>
          <a:xfrm>
            <a:off x="2051291" y="3792135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775BFCAE-34F7-4E4F-A556-B04A234E618A}"/>
              </a:ext>
            </a:extLst>
          </p:cNvPr>
          <p:cNvSpPr txBox="1"/>
          <p:nvPr/>
        </p:nvSpPr>
        <p:spPr>
          <a:xfrm>
            <a:off x="2173612" y="3836907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BF37388E-52C4-4E6D-A245-D0EE6F659555}"/>
              </a:ext>
            </a:extLst>
          </p:cNvPr>
          <p:cNvSpPr/>
          <p:nvPr/>
        </p:nvSpPr>
        <p:spPr>
          <a:xfrm>
            <a:off x="4064124" y="5289568"/>
            <a:ext cx="606592" cy="606592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360C2E34-5E5F-4C04-ADB6-E35B23413841}"/>
              </a:ext>
            </a:extLst>
          </p:cNvPr>
          <p:cNvSpPr txBox="1"/>
          <p:nvPr/>
        </p:nvSpPr>
        <p:spPr>
          <a:xfrm>
            <a:off x="4186445" y="533434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2761F232-9FAF-4E3D-BE52-82B5CE345F92}"/>
              </a:ext>
            </a:extLst>
          </p:cNvPr>
          <p:cNvSpPr/>
          <p:nvPr/>
        </p:nvSpPr>
        <p:spPr>
          <a:xfrm>
            <a:off x="4059741" y="6246668"/>
            <a:ext cx="606592" cy="606592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1378ED7-317E-44E7-A889-75BF3AEA868A}"/>
              </a:ext>
            </a:extLst>
          </p:cNvPr>
          <p:cNvSpPr txBox="1"/>
          <p:nvPr/>
        </p:nvSpPr>
        <p:spPr>
          <a:xfrm>
            <a:off x="4182062" y="6291440"/>
            <a:ext cx="36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90F6AC9-50CD-438A-A40B-0ADFF5AF2129}"/>
              </a:ext>
            </a:extLst>
          </p:cNvPr>
          <p:cNvSpPr/>
          <p:nvPr/>
        </p:nvSpPr>
        <p:spPr>
          <a:xfrm>
            <a:off x="2797299" y="5303832"/>
            <a:ext cx="1875755" cy="1554168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D94E54CD-DFFC-4BC3-9D17-F31C1CABD2E2}"/>
              </a:ext>
            </a:extLst>
          </p:cNvPr>
          <p:cNvSpPr/>
          <p:nvPr/>
        </p:nvSpPr>
        <p:spPr>
          <a:xfrm>
            <a:off x="2849466" y="5867699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95BD50EA-1FB9-4B37-A345-323BDC253859}"/>
              </a:ext>
            </a:extLst>
          </p:cNvPr>
          <p:cNvSpPr txBox="1"/>
          <p:nvPr/>
        </p:nvSpPr>
        <p:spPr>
          <a:xfrm>
            <a:off x="2942273" y="5833547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57" name="箭头: 左 156">
            <a:extLst>
              <a:ext uri="{FF2B5EF4-FFF2-40B4-BE49-F238E27FC236}">
                <a16:creationId xmlns:a16="http://schemas.microsoft.com/office/drawing/2014/main" id="{E73C6B2C-295B-4C39-888A-70AD0622A9CB}"/>
              </a:ext>
            </a:extLst>
          </p:cNvPr>
          <p:cNvSpPr/>
          <p:nvPr/>
        </p:nvSpPr>
        <p:spPr>
          <a:xfrm>
            <a:off x="3430127" y="5777620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箭头: 左 157">
            <a:extLst>
              <a:ext uri="{FF2B5EF4-FFF2-40B4-BE49-F238E27FC236}">
                <a16:creationId xmlns:a16="http://schemas.microsoft.com/office/drawing/2014/main" id="{9547CB2E-DAA0-42B5-A357-2C29DC7FB3B1}"/>
              </a:ext>
            </a:extLst>
          </p:cNvPr>
          <p:cNvSpPr/>
          <p:nvPr/>
        </p:nvSpPr>
        <p:spPr>
          <a:xfrm>
            <a:off x="2258841" y="487182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箭头: 左 158">
            <a:extLst>
              <a:ext uri="{FF2B5EF4-FFF2-40B4-BE49-F238E27FC236}">
                <a16:creationId xmlns:a16="http://schemas.microsoft.com/office/drawing/2014/main" id="{B7AC7144-C6A9-4EBA-AE1A-AF64EFF26C92}"/>
              </a:ext>
            </a:extLst>
          </p:cNvPr>
          <p:cNvSpPr/>
          <p:nvPr/>
        </p:nvSpPr>
        <p:spPr>
          <a:xfrm>
            <a:off x="2299424" y="5446356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0" name="连接符: 曲线 159">
            <a:extLst>
              <a:ext uri="{FF2B5EF4-FFF2-40B4-BE49-F238E27FC236}">
                <a16:creationId xmlns:a16="http://schemas.microsoft.com/office/drawing/2014/main" id="{6C6DAA01-50D5-4DA7-A461-D6B6DD31D4D1}"/>
              </a:ext>
            </a:extLst>
          </p:cNvPr>
          <p:cNvCxnSpPr>
            <a:cxnSpLocks/>
            <a:stCxn id="16" idx="3"/>
            <a:endCxn id="153" idx="1"/>
          </p:cNvCxnSpPr>
          <p:nvPr/>
        </p:nvCxnSpPr>
        <p:spPr>
          <a:xfrm>
            <a:off x="2113632" y="5743779"/>
            <a:ext cx="683667" cy="33713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乘号 162">
            <a:extLst>
              <a:ext uri="{FF2B5EF4-FFF2-40B4-BE49-F238E27FC236}">
                <a16:creationId xmlns:a16="http://schemas.microsoft.com/office/drawing/2014/main" id="{2553A13D-ABE5-47A0-996F-5BECDA663D61}"/>
              </a:ext>
            </a:extLst>
          </p:cNvPr>
          <p:cNvSpPr/>
          <p:nvPr/>
        </p:nvSpPr>
        <p:spPr>
          <a:xfrm>
            <a:off x="4362506" y="5774266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1C469417-5BBB-4E70-8241-478E9B735CEF}"/>
              </a:ext>
            </a:extLst>
          </p:cNvPr>
          <p:cNvSpPr/>
          <p:nvPr/>
        </p:nvSpPr>
        <p:spPr>
          <a:xfrm>
            <a:off x="5642024" y="0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连接符: 曲线 172">
            <a:extLst>
              <a:ext uri="{FF2B5EF4-FFF2-40B4-BE49-F238E27FC236}">
                <a16:creationId xmlns:a16="http://schemas.microsoft.com/office/drawing/2014/main" id="{901FD34C-D4DC-4942-A8B2-C8C09706F0BA}"/>
              </a:ext>
            </a:extLst>
          </p:cNvPr>
          <p:cNvCxnSpPr>
            <a:cxnSpLocks/>
            <a:stCxn id="24" idx="3"/>
            <a:endCxn id="168" idx="1"/>
          </p:cNvCxnSpPr>
          <p:nvPr/>
        </p:nvCxnSpPr>
        <p:spPr>
          <a:xfrm flipV="1">
            <a:off x="4671885" y="678623"/>
            <a:ext cx="970139" cy="1874320"/>
          </a:xfrm>
          <a:prstGeom prst="curvedConnector3">
            <a:avLst>
              <a:gd name="adj1" fmla="val 18582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箭头: 左 175">
            <a:extLst>
              <a:ext uri="{FF2B5EF4-FFF2-40B4-BE49-F238E27FC236}">
                <a16:creationId xmlns:a16="http://schemas.microsoft.com/office/drawing/2014/main" id="{BD532AD2-B94A-42A4-BB47-AD98E828ADB4}"/>
              </a:ext>
            </a:extLst>
          </p:cNvPr>
          <p:cNvSpPr/>
          <p:nvPr/>
        </p:nvSpPr>
        <p:spPr>
          <a:xfrm flipH="1">
            <a:off x="6100223" y="374384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箭头: 左 176">
            <a:extLst>
              <a:ext uri="{FF2B5EF4-FFF2-40B4-BE49-F238E27FC236}">
                <a16:creationId xmlns:a16="http://schemas.microsoft.com/office/drawing/2014/main" id="{4A03F493-F8EA-4428-A83D-528440E975C3}"/>
              </a:ext>
            </a:extLst>
          </p:cNvPr>
          <p:cNvSpPr/>
          <p:nvPr/>
        </p:nvSpPr>
        <p:spPr>
          <a:xfrm flipH="1">
            <a:off x="5246898" y="274932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乘号 179">
            <a:extLst>
              <a:ext uri="{FF2B5EF4-FFF2-40B4-BE49-F238E27FC236}">
                <a16:creationId xmlns:a16="http://schemas.microsoft.com/office/drawing/2014/main" id="{6FB877AB-12BF-41A0-A1EA-B53017047C46}"/>
              </a:ext>
            </a:extLst>
          </p:cNvPr>
          <p:cNvSpPr/>
          <p:nvPr/>
        </p:nvSpPr>
        <p:spPr>
          <a:xfrm>
            <a:off x="7062084" y="1745616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2448CF84-C05C-4B84-9367-76FB0B8B6244}"/>
              </a:ext>
            </a:extLst>
          </p:cNvPr>
          <p:cNvSpPr/>
          <p:nvPr/>
        </p:nvSpPr>
        <p:spPr>
          <a:xfrm>
            <a:off x="6697542" y="452493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2B274119-965B-4676-883D-9FDBD70E834C}"/>
              </a:ext>
            </a:extLst>
          </p:cNvPr>
          <p:cNvSpPr txBox="1"/>
          <p:nvPr/>
        </p:nvSpPr>
        <p:spPr>
          <a:xfrm>
            <a:off x="6790349" y="418341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44E332CC-36AC-4252-AECA-D12CCD050F59}"/>
              </a:ext>
            </a:extLst>
          </p:cNvPr>
          <p:cNvSpPr/>
          <p:nvPr/>
        </p:nvSpPr>
        <p:spPr>
          <a:xfrm>
            <a:off x="5640271" y="5401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4C13A503-17DF-4B99-B9A3-E5124EE68F7A}"/>
              </a:ext>
            </a:extLst>
          </p:cNvPr>
          <p:cNvSpPr txBox="1"/>
          <p:nvPr/>
        </p:nvSpPr>
        <p:spPr>
          <a:xfrm>
            <a:off x="5733078" y="-28751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BE7448E3-60EC-46E1-A8E7-6E6696DC2FE1}"/>
              </a:ext>
            </a:extLst>
          </p:cNvPr>
          <p:cNvSpPr/>
          <p:nvPr/>
        </p:nvSpPr>
        <p:spPr>
          <a:xfrm>
            <a:off x="5634212" y="912273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CA856A2E-A210-4BA5-A393-8F5F78B247BC}"/>
              </a:ext>
            </a:extLst>
          </p:cNvPr>
          <p:cNvSpPr txBox="1"/>
          <p:nvPr/>
        </p:nvSpPr>
        <p:spPr>
          <a:xfrm>
            <a:off x="5727019" y="878121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03" name="乘号 202">
            <a:extLst>
              <a:ext uri="{FF2B5EF4-FFF2-40B4-BE49-F238E27FC236}">
                <a16:creationId xmlns:a16="http://schemas.microsoft.com/office/drawing/2014/main" id="{13F46AE6-A531-41C7-BD64-A79E42A609C6}"/>
              </a:ext>
            </a:extLst>
          </p:cNvPr>
          <p:cNvSpPr/>
          <p:nvPr/>
        </p:nvSpPr>
        <p:spPr>
          <a:xfrm>
            <a:off x="7054272" y="376660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4554207C-551A-4EB5-B952-C47CBBBCEBC3}"/>
              </a:ext>
            </a:extLst>
          </p:cNvPr>
          <p:cNvSpPr/>
          <p:nvPr/>
        </p:nvSpPr>
        <p:spPr>
          <a:xfrm>
            <a:off x="10114824" y="1590895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60B1A1BE-F821-407C-89D6-9AAFE5975337}"/>
              </a:ext>
            </a:extLst>
          </p:cNvPr>
          <p:cNvSpPr/>
          <p:nvPr/>
        </p:nvSpPr>
        <p:spPr>
          <a:xfrm>
            <a:off x="11170342" y="2043388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AAF6C95A-0829-4472-929B-E5B582183A22}"/>
              </a:ext>
            </a:extLst>
          </p:cNvPr>
          <p:cNvSpPr txBox="1"/>
          <p:nvPr/>
        </p:nvSpPr>
        <p:spPr>
          <a:xfrm>
            <a:off x="11263149" y="200923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B4E20EEE-C45B-4DB2-96D1-8E5C7FFE07B0}"/>
              </a:ext>
            </a:extLst>
          </p:cNvPr>
          <p:cNvSpPr/>
          <p:nvPr/>
        </p:nvSpPr>
        <p:spPr>
          <a:xfrm>
            <a:off x="11168708" y="1589009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E7FAB9DD-1D0B-444F-A97C-68CCF2503725}"/>
              </a:ext>
            </a:extLst>
          </p:cNvPr>
          <p:cNvSpPr txBox="1"/>
          <p:nvPr/>
        </p:nvSpPr>
        <p:spPr>
          <a:xfrm>
            <a:off x="11261515" y="1554857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C30DCD9A-84FB-4FFE-AC3C-2228D4BEF99E}"/>
              </a:ext>
            </a:extLst>
          </p:cNvPr>
          <p:cNvSpPr/>
          <p:nvPr/>
        </p:nvSpPr>
        <p:spPr>
          <a:xfrm>
            <a:off x="11162649" y="2495881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F6EB2A98-626F-45AA-B3FA-3F1F823FDE89}"/>
              </a:ext>
            </a:extLst>
          </p:cNvPr>
          <p:cNvSpPr txBox="1"/>
          <p:nvPr/>
        </p:nvSpPr>
        <p:spPr>
          <a:xfrm>
            <a:off x="11255456" y="2461729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3F97EED3-736A-4BF6-AC4D-F0324E03F7F8}"/>
              </a:ext>
            </a:extLst>
          </p:cNvPr>
          <p:cNvSpPr/>
          <p:nvPr/>
        </p:nvSpPr>
        <p:spPr>
          <a:xfrm>
            <a:off x="5646718" y="2742346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箭头: 左 226">
            <a:extLst>
              <a:ext uri="{FF2B5EF4-FFF2-40B4-BE49-F238E27FC236}">
                <a16:creationId xmlns:a16="http://schemas.microsoft.com/office/drawing/2014/main" id="{2F0D49B1-D0D8-4D95-A9E9-9EFBAA0687CB}"/>
              </a:ext>
            </a:extLst>
          </p:cNvPr>
          <p:cNvSpPr/>
          <p:nvPr/>
        </p:nvSpPr>
        <p:spPr>
          <a:xfrm flipH="1">
            <a:off x="6104917" y="3116730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60BA3C64-F056-4A43-BC7D-272FFDB8FFEA}"/>
              </a:ext>
            </a:extLst>
          </p:cNvPr>
          <p:cNvSpPr/>
          <p:nvPr/>
        </p:nvSpPr>
        <p:spPr>
          <a:xfrm>
            <a:off x="6702236" y="3194839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484E6156-C22A-42F0-A157-90413639BB37}"/>
              </a:ext>
            </a:extLst>
          </p:cNvPr>
          <p:cNvSpPr txBox="1"/>
          <p:nvPr/>
        </p:nvSpPr>
        <p:spPr>
          <a:xfrm>
            <a:off x="6795043" y="3160687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32" name="椭圆 231">
            <a:extLst>
              <a:ext uri="{FF2B5EF4-FFF2-40B4-BE49-F238E27FC236}">
                <a16:creationId xmlns:a16="http://schemas.microsoft.com/office/drawing/2014/main" id="{8F3E2D24-BCC8-43F2-9026-14216B12920D}"/>
              </a:ext>
            </a:extLst>
          </p:cNvPr>
          <p:cNvSpPr/>
          <p:nvPr/>
        </p:nvSpPr>
        <p:spPr>
          <a:xfrm>
            <a:off x="6694543" y="3647332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5E840ACB-CCAB-4F62-BB6C-83A0C138E095}"/>
              </a:ext>
            </a:extLst>
          </p:cNvPr>
          <p:cNvSpPr txBox="1"/>
          <p:nvPr/>
        </p:nvSpPr>
        <p:spPr>
          <a:xfrm>
            <a:off x="6787350" y="361318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407EF7D7-292B-43DA-B77D-CA616D955B8D}"/>
              </a:ext>
            </a:extLst>
          </p:cNvPr>
          <p:cNvSpPr/>
          <p:nvPr/>
        </p:nvSpPr>
        <p:spPr>
          <a:xfrm>
            <a:off x="5644965" y="2747747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40EBA76E-FEEB-4A95-9CD6-697D96D7186C}"/>
              </a:ext>
            </a:extLst>
          </p:cNvPr>
          <p:cNvSpPr txBox="1"/>
          <p:nvPr/>
        </p:nvSpPr>
        <p:spPr>
          <a:xfrm>
            <a:off x="5737772" y="2713595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241" name="连接符: 曲线 240">
            <a:extLst>
              <a:ext uri="{FF2B5EF4-FFF2-40B4-BE49-F238E27FC236}">
                <a16:creationId xmlns:a16="http://schemas.microsoft.com/office/drawing/2014/main" id="{5A6C6265-F0AB-4700-8AD7-F8C88F7D8F12}"/>
              </a:ext>
            </a:extLst>
          </p:cNvPr>
          <p:cNvCxnSpPr>
            <a:cxnSpLocks/>
            <a:stCxn id="25" idx="6"/>
            <a:endCxn id="226" idx="1"/>
          </p:cNvCxnSpPr>
          <p:nvPr/>
        </p:nvCxnSpPr>
        <p:spPr>
          <a:xfrm>
            <a:off x="4671301" y="2541786"/>
            <a:ext cx="975417" cy="879183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箭头: 左 244">
            <a:extLst>
              <a:ext uri="{FF2B5EF4-FFF2-40B4-BE49-F238E27FC236}">
                <a16:creationId xmlns:a16="http://schemas.microsoft.com/office/drawing/2014/main" id="{C0DBBA38-2374-4B8B-8043-1419ED12FBFE}"/>
              </a:ext>
            </a:extLst>
          </p:cNvPr>
          <p:cNvSpPr/>
          <p:nvPr/>
        </p:nvSpPr>
        <p:spPr>
          <a:xfrm flipH="1">
            <a:off x="4833748" y="2690418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椭圆 245">
            <a:extLst>
              <a:ext uri="{FF2B5EF4-FFF2-40B4-BE49-F238E27FC236}">
                <a16:creationId xmlns:a16="http://schemas.microsoft.com/office/drawing/2014/main" id="{A133D17F-2B4B-4391-A6FF-171306CFB256}"/>
              </a:ext>
            </a:extLst>
          </p:cNvPr>
          <p:cNvSpPr/>
          <p:nvPr/>
        </p:nvSpPr>
        <p:spPr>
          <a:xfrm>
            <a:off x="5102066" y="2638050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D49AAE0E-8618-4981-A275-A1AF58B4E78D}"/>
              </a:ext>
            </a:extLst>
          </p:cNvPr>
          <p:cNvSpPr txBox="1"/>
          <p:nvPr/>
        </p:nvSpPr>
        <p:spPr>
          <a:xfrm>
            <a:off x="5194873" y="2603898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249" name="连接符: 曲线 248">
            <a:extLst>
              <a:ext uri="{FF2B5EF4-FFF2-40B4-BE49-F238E27FC236}">
                <a16:creationId xmlns:a16="http://schemas.microsoft.com/office/drawing/2014/main" id="{B3C6F342-F124-4D9C-BD83-648A70E268D4}"/>
              </a:ext>
            </a:extLst>
          </p:cNvPr>
          <p:cNvCxnSpPr>
            <a:cxnSpLocks/>
            <a:stCxn id="24" idx="3"/>
            <a:endCxn id="156" idx="1"/>
          </p:cNvCxnSpPr>
          <p:nvPr/>
        </p:nvCxnSpPr>
        <p:spPr>
          <a:xfrm flipV="1">
            <a:off x="4671885" y="2035868"/>
            <a:ext cx="976782" cy="51707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箭头: 左 253">
            <a:extLst>
              <a:ext uri="{FF2B5EF4-FFF2-40B4-BE49-F238E27FC236}">
                <a16:creationId xmlns:a16="http://schemas.microsoft.com/office/drawing/2014/main" id="{8BD4DE4B-7CAC-4949-99C2-044DF7BEE2A2}"/>
              </a:ext>
            </a:extLst>
          </p:cNvPr>
          <p:cNvSpPr/>
          <p:nvPr/>
        </p:nvSpPr>
        <p:spPr>
          <a:xfrm flipH="1">
            <a:off x="4907002" y="1668533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727BFB93-EC43-4728-B664-1E58C2DF9D78}"/>
              </a:ext>
            </a:extLst>
          </p:cNvPr>
          <p:cNvSpPr/>
          <p:nvPr/>
        </p:nvSpPr>
        <p:spPr>
          <a:xfrm>
            <a:off x="5189291" y="1617313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>
            <a:extLst>
              <a:ext uri="{FF2B5EF4-FFF2-40B4-BE49-F238E27FC236}">
                <a16:creationId xmlns:a16="http://schemas.microsoft.com/office/drawing/2014/main" id="{7F5C0AA1-AD89-442B-ADE4-2BC8D8BE5787}"/>
              </a:ext>
            </a:extLst>
          </p:cNvPr>
          <p:cNvSpPr txBox="1"/>
          <p:nvPr/>
        </p:nvSpPr>
        <p:spPr>
          <a:xfrm>
            <a:off x="5282098" y="1583161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57" name="乘号 256">
            <a:extLst>
              <a:ext uri="{FF2B5EF4-FFF2-40B4-BE49-F238E27FC236}">
                <a16:creationId xmlns:a16="http://schemas.microsoft.com/office/drawing/2014/main" id="{55AA23AE-DA56-45C3-BCF9-C39E9D86C381}"/>
              </a:ext>
            </a:extLst>
          </p:cNvPr>
          <p:cNvSpPr/>
          <p:nvPr/>
        </p:nvSpPr>
        <p:spPr>
          <a:xfrm>
            <a:off x="7062084" y="4527930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9" name="连接符: 曲线 258">
            <a:extLst>
              <a:ext uri="{FF2B5EF4-FFF2-40B4-BE49-F238E27FC236}">
                <a16:creationId xmlns:a16="http://schemas.microsoft.com/office/drawing/2014/main" id="{416704E9-842B-46B3-A882-26D97022068B}"/>
              </a:ext>
            </a:extLst>
          </p:cNvPr>
          <p:cNvCxnSpPr>
            <a:cxnSpLocks/>
            <a:stCxn id="127" idx="3"/>
            <a:endCxn id="179" idx="1"/>
          </p:cNvCxnSpPr>
          <p:nvPr/>
        </p:nvCxnSpPr>
        <p:spPr>
          <a:xfrm>
            <a:off x="4668671" y="4384014"/>
            <a:ext cx="970726" cy="43788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箭头: 左 259">
            <a:extLst>
              <a:ext uri="{FF2B5EF4-FFF2-40B4-BE49-F238E27FC236}">
                <a16:creationId xmlns:a16="http://schemas.microsoft.com/office/drawing/2014/main" id="{3D65006B-E7B2-4F0B-9F13-4F5A8816BA7A}"/>
              </a:ext>
            </a:extLst>
          </p:cNvPr>
          <p:cNvSpPr/>
          <p:nvPr/>
        </p:nvSpPr>
        <p:spPr>
          <a:xfrm flipH="1">
            <a:off x="4828890" y="4831567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6FE95FEC-CD73-4773-9E37-2812B1A8E1CB}"/>
              </a:ext>
            </a:extLst>
          </p:cNvPr>
          <p:cNvSpPr/>
          <p:nvPr/>
        </p:nvSpPr>
        <p:spPr>
          <a:xfrm>
            <a:off x="5111179" y="4780347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07A7081E-A936-4055-901D-6A315823001B}"/>
              </a:ext>
            </a:extLst>
          </p:cNvPr>
          <p:cNvSpPr txBox="1"/>
          <p:nvPr/>
        </p:nvSpPr>
        <p:spPr>
          <a:xfrm>
            <a:off x="5203986" y="4746195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292" name="连接符: 曲线 291">
            <a:extLst>
              <a:ext uri="{FF2B5EF4-FFF2-40B4-BE49-F238E27FC236}">
                <a16:creationId xmlns:a16="http://schemas.microsoft.com/office/drawing/2014/main" id="{742B1B07-E21D-4891-BD20-6DEFD2713603}"/>
              </a:ext>
            </a:extLst>
          </p:cNvPr>
          <p:cNvCxnSpPr>
            <a:cxnSpLocks/>
            <a:stCxn id="127" idx="3"/>
            <a:endCxn id="226" idx="1"/>
          </p:cNvCxnSpPr>
          <p:nvPr/>
        </p:nvCxnSpPr>
        <p:spPr>
          <a:xfrm flipV="1">
            <a:off x="4668671" y="3420969"/>
            <a:ext cx="978047" cy="96304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箭头: 左 294">
            <a:extLst>
              <a:ext uri="{FF2B5EF4-FFF2-40B4-BE49-F238E27FC236}">
                <a16:creationId xmlns:a16="http://schemas.microsoft.com/office/drawing/2014/main" id="{9A66B759-22AD-4956-9A14-C263D3043170}"/>
              </a:ext>
            </a:extLst>
          </p:cNvPr>
          <p:cNvSpPr/>
          <p:nvPr/>
        </p:nvSpPr>
        <p:spPr>
          <a:xfrm flipH="1">
            <a:off x="4831098" y="3864416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椭圆 295">
            <a:extLst>
              <a:ext uri="{FF2B5EF4-FFF2-40B4-BE49-F238E27FC236}">
                <a16:creationId xmlns:a16="http://schemas.microsoft.com/office/drawing/2014/main" id="{9F0F388D-D291-4791-8B78-2D11DA7BCA58}"/>
              </a:ext>
            </a:extLst>
          </p:cNvPr>
          <p:cNvSpPr/>
          <p:nvPr/>
        </p:nvSpPr>
        <p:spPr>
          <a:xfrm>
            <a:off x="5134606" y="3816688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464F3764-0E97-4F53-86E7-E3C10BFF7D7E}"/>
              </a:ext>
            </a:extLst>
          </p:cNvPr>
          <p:cNvSpPr txBox="1"/>
          <p:nvPr/>
        </p:nvSpPr>
        <p:spPr>
          <a:xfrm>
            <a:off x="5227413" y="378253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0DE8F5AD-F0B1-468B-97FC-6DCDFD0C714D}"/>
              </a:ext>
            </a:extLst>
          </p:cNvPr>
          <p:cNvSpPr/>
          <p:nvPr/>
        </p:nvSpPr>
        <p:spPr>
          <a:xfrm>
            <a:off x="5645337" y="5495354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箭头: 左 320">
            <a:extLst>
              <a:ext uri="{FF2B5EF4-FFF2-40B4-BE49-F238E27FC236}">
                <a16:creationId xmlns:a16="http://schemas.microsoft.com/office/drawing/2014/main" id="{2AF9FFC9-E3EE-4B3C-9CAC-7A3161C916B0}"/>
              </a:ext>
            </a:extLst>
          </p:cNvPr>
          <p:cNvSpPr/>
          <p:nvPr/>
        </p:nvSpPr>
        <p:spPr>
          <a:xfrm flipH="1">
            <a:off x="6103536" y="5869738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0DCF3989-ECA8-439C-9BA2-1AA585175576}"/>
              </a:ext>
            </a:extLst>
          </p:cNvPr>
          <p:cNvSpPr/>
          <p:nvPr/>
        </p:nvSpPr>
        <p:spPr>
          <a:xfrm>
            <a:off x="6693162" y="6400340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6E9CDCFC-CCC7-476B-8765-86A5A7C37919}"/>
              </a:ext>
            </a:extLst>
          </p:cNvPr>
          <p:cNvSpPr txBox="1"/>
          <p:nvPr/>
        </p:nvSpPr>
        <p:spPr>
          <a:xfrm>
            <a:off x="6785969" y="6366188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37B0491A-402F-4C80-8354-3F7E46236372}"/>
              </a:ext>
            </a:extLst>
          </p:cNvPr>
          <p:cNvSpPr/>
          <p:nvPr/>
        </p:nvSpPr>
        <p:spPr>
          <a:xfrm>
            <a:off x="5645218" y="5955134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E387CEC2-5CA9-417C-8009-92C17B14F4AF}"/>
              </a:ext>
            </a:extLst>
          </p:cNvPr>
          <p:cNvSpPr txBox="1"/>
          <p:nvPr/>
        </p:nvSpPr>
        <p:spPr>
          <a:xfrm>
            <a:off x="5738025" y="5920982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9B927C46-06A4-41B6-8571-A9948C326FA2}"/>
              </a:ext>
            </a:extLst>
          </p:cNvPr>
          <p:cNvSpPr/>
          <p:nvPr/>
        </p:nvSpPr>
        <p:spPr>
          <a:xfrm>
            <a:off x="5643584" y="5500755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A03E5C49-E9F5-4C35-882D-C62C13FCDC3C}"/>
              </a:ext>
            </a:extLst>
          </p:cNvPr>
          <p:cNvSpPr txBox="1"/>
          <p:nvPr/>
        </p:nvSpPr>
        <p:spPr>
          <a:xfrm>
            <a:off x="5736391" y="5466603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cxnSp>
        <p:nvCxnSpPr>
          <p:cNvPr id="336" name="连接符: 曲线 335">
            <a:extLst>
              <a:ext uri="{FF2B5EF4-FFF2-40B4-BE49-F238E27FC236}">
                <a16:creationId xmlns:a16="http://schemas.microsoft.com/office/drawing/2014/main" id="{8A6839D5-C631-4F76-AB76-03E87E2D503C}"/>
              </a:ext>
            </a:extLst>
          </p:cNvPr>
          <p:cNvCxnSpPr>
            <a:cxnSpLocks/>
            <a:stCxn id="127" idx="3"/>
            <a:endCxn id="320" idx="1"/>
          </p:cNvCxnSpPr>
          <p:nvPr/>
        </p:nvCxnSpPr>
        <p:spPr>
          <a:xfrm>
            <a:off x="4668671" y="4384014"/>
            <a:ext cx="976666" cy="1789963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箭头: 左 338">
            <a:extLst>
              <a:ext uri="{FF2B5EF4-FFF2-40B4-BE49-F238E27FC236}">
                <a16:creationId xmlns:a16="http://schemas.microsoft.com/office/drawing/2014/main" id="{135426B7-5B0B-4BFE-A9FD-6A87EBC6DDE4}"/>
              </a:ext>
            </a:extLst>
          </p:cNvPr>
          <p:cNvSpPr/>
          <p:nvPr/>
        </p:nvSpPr>
        <p:spPr>
          <a:xfrm flipH="1">
            <a:off x="5208165" y="6127136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乘号 339">
            <a:extLst>
              <a:ext uri="{FF2B5EF4-FFF2-40B4-BE49-F238E27FC236}">
                <a16:creationId xmlns:a16="http://schemas.microsoft.com/office/drawing/2014/main" id="{FDD74DAC-4E79-43C1-9298-ADA7D32D33E9}"/>
              </a:ext>
            </a:extLst>
          </p:cNvPr>
          <p:cNvSpPr/>
          <p:nvPr/>
        </p:nvSpPr>
        <p:spPr>
          <a:xfrm>
            <a:off x="7068126" y="5877967"/>
            <a:ext cx="606592" cy="60659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31428985-FE61-41C9-87FB-C9A7B6F109E2}"/>
              </a:ext>
            </a:extLst>
          </p:cNvPr>
          <p:cNvSpPr/>
          <p:nvPr/>
        </p:nvSpPr>
        <p:spPr>
          <a:xfrm>
            <a:off x="5648667" y="1357245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箭头: 左 160">
            <a:extLst>
              <a:ext uri="{FF2B5EF4-FFF2-40B4-BE49-F238E27FC236}">
                <a16:creationId xmlns:a16="http://schemas.microsoft.com/office/drawing/2014/main" id="{3DBE5848-440B-47BE-B222-F7BB2D7FDE31}"/>
              </a:ext>
            </a:extLst>
          </p:cNvPr>
          <p:cNvSpPr/>
          <p:nvPr/>
        </p:nvSpPr>
        <p:spPr>
          <a:xfrm flipH="1">
            <a:off x="6106866" y="1731629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F43DBDDD-F173-4648-BB99-61B93588C655}"/>
              </a:ext>
            </a:extLst>
          </p:cNvPr>
          <p:cNvSpPr/>
          <p:nvPr/>
        </p:nvSpPr>
        <p:spPr>
          <a:xfrm>
            <a:off x="6704185" y="1809738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881826CF-BA32-4C8E-97E5-A4A7C893409C}"/>
              </a:ext>
            </a:extLst>
          </p:cNvPr>
          <p:cNvSpPr txBox="1"/>
          <p:nvPr/>
        </p:nvSpPr>
        <p:spPr>
          <a:xfrm>
            <a:off x="6796992" y="177558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ADEA0845-7A84-4290-810D-5A238F2C2847}"/>
              </a:ext>
            </a:extLst>
          </p:cNvPr>
          <p:cNvSpPr/>
          <p:nvPr/>
        </p:nvSpPr>
        <p:spPr>
          <a:xfrm>
            <a:off x="6702551" y="1355359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3FE6BB6-3830-49F0-9514-BE6B99604465}"/>
              </a:ext>
            </a:extLst>
          </p:cNvPr>
          <p:cNvSpPr txBox="1"/>
          <p:nvPr/>
        </p:nvSpPr>
        <p:spPr>
          <a:xfrm>
            <a:off x="6795358" y="1321207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E6529FED-8836-4F31-B734-5DDC54647109}"/>
              </a:ext>
            </a:extLst>
          </p:cNvPr>
          <p:cNvSpPr/>
          <p:nvPr/>
        </p:nvSpPr>
        <p:spPr>
          <a:xfrm>
            <a:off x="5640855" y="2269518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0F89E5AC-582E-49C0-85F4-96C2702E9632}"/>
              </a:ext>
            </a:extLst>
          </p:cNvPr>
          <p:cNvSpPr txBox="1"/>
          <p:nvPr/>
        </p:nvSpPr>
        <p:spPr>
          <a:xfrm>
            <a:off x="5733662" y="223536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326F8646-F4CA-4417-A054-D6C9FDBDC50A}"/>
              </a:ext>
            </a:extLst>
          </p:cNvPr>
          <p:cNvSpPr/>
          <p:nvPr/>
        </p:nvSpPr>
        <p:spPr>
          <a:xfrm>
            <a:off x="5639397" y="4143276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箭头: 左 180">
            <a:extLst>
              <a:ext uri="{FF2B5EF4-FFF2-40B4-BE49-F238E27FC236}">
                <a16:creationId xmlns:a16="http://schemas.microsoft.com/office/drawing/2014/main" id="{D25EB8EE-1CB1-43E4-B1E5-12F8E58C4862}"/>
              </a:ext>
            </a:extLst>
          </p:cNvPr>
          <p:cNvSpPr/>
          <p:nvPr/>
        </p:nvSpPr>
        <p:spPr>
          <a:xfrm flipH="1">
            <a:off x="6097596" y="4517660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9C994018-EBE1-4A65-B7A2-EDA40F483E40}"/>
              </a:ext>
            </a:extLst>
          </p:cNvPr>
          <p:cNvSpPr/>
          <p:nvPr/>
        </p:nvSpPr>
        <p:spPr>
          <a:xfrm>
            <a:off x="6693281" y="4141390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8A0B8-EECF-44A8-A4CA-E2307CBB3F90}"/>
              </a:ext>
            </a:extLst>
          </p:cNvPr>
          <p:cNvSpPr txBox="1"/>
          <p:nvPr/>
        </p:nvSpPr>
        <p:spPr>
          <a:xfrm>
            <a:off x="6786088" y="4107238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CD893E0C-B0D5-4B78-A03A-CD33C51D0EC0}"/>
              </a:ext>
            </a:extLst>
          </p:cNvPr>
          <p:cNvSpPr/>
          <p:nvPr/>
        </p:nvSpPr>
        <p:spPr>
          <a:xfrm>
            <a:off x="6687222" y="5048262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C433928A-918B-4929-AF09-C1CFBEEE2EC9}"/>
              </a:ext>
            </a:extLst>
          </p:cNvPr>
          <p:cNvSpPr txBox="1"/>
          <p:nvPr/>
        </p:nvSpPr>
        <p:spPr>
          <a:xfrm>
            <a:off x="6780029" y="501411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CAFFC4F6-C958-404C-94FC-3DF06AAE4B1B}"/>
              </a:ext>
            </a:extLst>
          </p:cNvPr>
          <p:cNvSpPr/>
          <p:nvPr/>
        </p:nvSpPr>
        <p:spPr>
          <a:xfrm>
            <a:off x="5639278" y="4603056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46645BEF-25C8-47AB-BC85-B3D2E079C622}"/>
              </a:ext>
            </a:extLst>
          </p:cNvPr>
          <p:cNvSpPr txBox="1"/>
          <p:nvPr/>
        </p:nvSpPr>
        <p:spPr>
          <a:xfrm>
            <a:off x="5732085" y="4568904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9AD4118C-C645-41A6-8148-C86C4A8C07DC}"/>
              </a:ext>
            </a:extLst>
          </p:cNvPr>
          <p:cNvSpPr/>
          <p:nvPr/>
        </p:nvSpPr>
        <p:spPr>
          <a:xfrm>
            <a:off x="8131301" y="664932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F7AC3FC4-0323-49C1-9197-05B613B48563}"/>
              </a:ext>
            </a:extLst>
          </p:cNvPr>
          <p:cNvSpPr/>
          <p:nvPr/>
        </p:nvSpPr>
        <p:spPr>
          <a:xfrm>
            <a:off x="9179126" y="1569918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E7DE29E-852C-4C05-A582-8CD12385C417}"/>
              </a:ext>
            </a:extLst>
          </p:cNvPr>
          <p:cNvSpPr txBox="1"/>
          <p:nvPr/>
        </p:nvSpPr>
        <p:spPr>
          <a:xfrm>
            <a:off x="9271933" y="153576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A4033275-1BF3-431E-90B6-91DDB45AE8DA}"/>
              </a:ext>
            </a:extLst>
          </p:cNvPr>
          <p:cNvSpPr/>
          <p:nvPr/>
        </p:nvSpPr>
        <p:spPr>
          <a:xfrm>
            <a:off x="8131182" y="1124712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4FFA9A90-B253-40A0-AD8E-C523DA7AC369}"/>
              </a:ext>
            </a:extLst>
          </p:cNvPr>
          <p:cNvSpPr txBox="1"/>
          <p:nvPr/>
        </p:nvSpPr>
        <p:spPr>
          <a:xfrm>
            <a:off x="8223989" y="109056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ED59BCF2-F753-4CD8-A4EE-E5A6EC7CE5D7}"/>
              </a:ext>
            </a:extLst>
          </p:cNvPr>
          <p:cNvSpPr/>
          <p:nvPr/>
        </p:nvSpPr>
        <p:spPr>
          <a:xfrm>
            <a:off x="8129548" y="670333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9ADB70E7-12E6-4314-AC8E-878C71A63154}"/>
              </a:ext>
            </a:extLst>
          </p:cNvPr>
          <p:cNvSpPr txBox="1"/>
          <p:nvPr/>
        </p:nvSpPr>
        <p:spPr>
          <a:xfrm>
            <a:off x="8222355" y="636181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40" name="箭头: 左 239">
            <a:extLst>
              <a:ext uri="{FF2B5EF4-FFF2-40B4-BE49-F238E27FC236}">
                <a16:creationId xmlns:a16="http://schemas.microsoft.com/office/drawing/2014/main" id="{CCEA14E3-B6BD-4D51-8DDE-F9ABE2818A2A}"/>
              </a:ext>
            </a:extLst>
          </p:cNvPr>
          <p:cNvSpPr/>
          <p:nvPr/>
        </p:nvSpPr>
        <p:spPr>
          <a:xfrm>
            <a:off x="8577210" y="1063114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E707A904-7710-4818-9ADA-72DD65B01A9C}"/>
              </a:ext>
            </a:extLst>
          </p:cNvPr>
          <p:cNvSpPr/>
          <p:nvPr/>
        </p:nvSpPr>
        <p:spPr>
          <a:xfrm>
            <a:off x="8129460" y="2729869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54C2E6A7-A667-46BF-87B2-F1552C2A331C}"/>
              </a:ext>
            </a:extLst>
          </p:cNvPr>
          <p:cNvSpPr/>
          <p:nvPr/>
        </p:nvSpPr>
        <p:spPr>
          <a:xfrm>
            <a:off x="9184978" y="3182362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4DF27AD5-522A-46C1-AF9E-B53B7D06E480}"/>
              </a:ext>
            </a:extLst>
          </p:cNvPr>
          <p:cNvSpPr txBox="1"/>
          <p:nvPr/>
        </p:nvSpPr>
        <p:spPr>
          <a:xfrm>
            <a:off x="9277785" y="314821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A80A3BAB-E2E5-4BB7-BB1B-5DA5F092F900}"/>
              </a:ext>
            </a:extLst>
          </p:cNvPr>
          <p:cNvSpPr/>
          <p:nvPr/>
        </p:nvSpPr>
        <p:spPr>
          <a:xfrm>
            <a:off x="9177285" y="3634855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A11CBCDF-AF59-4870-BA02-3C696AFB1AC5}"/>
              </a:ext>
            </a:extLst>
          </p:cNvPr>
          <p:cNvSpPr txBox="1"/>
          <p:nvPr/>
        </p:nvSpPr>
        <p:spPr>
          <a:xfrm>
            <a:off x="9270092" y="3600703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95FA84B2-B7E5-4126-8FAA-37B18D90226A}"/>
              </a:ext>
            </a:extLst>
          </p:cNvPr>
          <p:cNvSpPr/>
          <p:nvPr/>
        </p:nvSpPr>
        <p:spPr>
          <a:xfrm>
            <a:off x="8127707" y="2735270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7E6DDB5D-0F45-4499-9515-BBB1004D6F7D}"/>
              </a:ext>
            </a:extLst>
          </p:cNvPr>
          <p:cNvSpPr txBox="1"/>
          <p:nvPr/>
        </p:nvSpPr>
        <p:spPr>
          <a:xfrm>
            <a:off x="8220514" y="2701118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81" name="箭头: 左 280">
            <a:extLst>
              <a:ext uri="{FF2B5EF4-FFF2-40B4-BE49-F238E27FC236}">
                <a16:creationId xmlns:a16="http://schemas.microsoft.com/office/drawing/2014/main" id="{B260C41F-938E-4936-B7A9-BB9F576123B4}"/>
              </a:ext>
            </a:extLst>
          </p:cNvPr>
          <p:cNvSpPr/>
          <p:nvPr/>
        </p:nvSpPr>
        <p:spPr>
          <a:xfrm>
            <a:off x="8575369" y="3128051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47D339FD-D555-4B13-9604-96E0A46A07A5}"/>
              </a:ext>
            </a:extLst>
          </p:cNvPr>
          <p:cNvSpPr/>
          <p:nvPr/>
        </p:nvSpPr>
        <p:spPr>
          <a:xfrm>
            <a:off x="8129341" y="4820665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椭圆 282">
            <a:extLst>
              <a:ext uri="{FF2B5EF4-FFF2-40B4-BE49-F238E27FC236}">
                <a16:creationId xmlns:a16="http://schemas.microsoft.com/office/drawing/2014/main" id="{40BC83BC-4AA0-4DC9-87B5-78B7A37B42F4}"/>
              </a:ext>
            </a:extLst>
          </p:cNvPr>
          <p:cNvSpPr/>
          <p:nvPr/>
        </p:nvSpPr>
        <p:spPr>
          <a:xfrm>
            <a:off x="9184859" y="5273158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69EF3AD5-3E83-44A9-A5FA-BDA5F14BAFDA}"/>
              </a:ext>
            </a:extLst>
          </p:cNvPr>
          <p:cNvSpPr txBox="1"/>
          <p:nvPr/>
        </p:nvSpPr>
        <p:spPr>
          <a:xfrm>
            <a:off x="9277666" y="523900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291" name="椭圆 290">
            <a:extLst>
              <a:ext uri="{FF2B5EF4-FFF2-40B4-BE49-F238E27FC236}">
                <a16:creationId xmlns:a16="http://schemas.microsoft.com/office/drawing/2014/main" id="{DD44D451-0FE2-40C5-AC36-AE2B3826ED08}"/>
              </a:ext>
            </a:extLst>
          </p:cNvPr>
          <p:cNvSpPr/>
          <p:nvPr/>
        </p:nvSpPr>
        <p:spPr>
          <a:xfrm>
            <a:off x="8127588" y="4826066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E06A8F05-3113-4A36-98D1-679038B57204}"/>
              </a:ext>
            </a:extLst>
          </p:cNvPr>
          <p:cNvSpPr txBox="1"/>
          <p:nvPr/>
        </p:nvSpPr>
        <p:spPr>
          <a:xfrm>
            <a:off x="8220395" y="4791914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94" name="椭圆 293">
            <a:extLst>
              <a:ext uri="{FF2B5EF4-FFF2-40B4-BE49-F238E27FC236}">
                <a16:creationId xmlns:a16="http://schemas.microsoft.com/office/drawing/2014/main" id="{71933654-2B42-4726-AFE1-C80E4C9DD004}"/>
              </a:ext>
            </a:extLst>
          </p:cNvPr>
          <p:cNvSpPr/>
          <p:nvPr/>
        </p:nvSpPr>
        <p:spPr>
          <a:xfrm>
            <a:off x="8121529" y="5732938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00BDA91F-4E0D-4DA9-BD62-95844B784B4F}"/>
              </a:ext>
            </a:extLst>
          </p:cNvPr>
          <p:cNvSpPr txBox="1"/>
          <p:nvPr/>
        </p:nvSpPr>
        <p:spPr>
          <a:xfrm>
            <a:off x="8214336" y="569878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299" name="箭头: 左 298">
            <a:extLst>
              <a:ext uri="{FF2B5EF4-FFF2-40B4-BE49-F238E27FC236}">
                <a16:creationId xmlns:a16="http://schemas.microsoft.com/office/drawing/2014/main" id="{D1A54823-2DAF-42E8-9D00-93204383322B}"/>
              </a:ext>
            </a:extLst>
          </p:cNvPr>
          <p:cNvSpPr/>
          <p:nvPr/>
        </p:nvSpPr>
        <p:spPr>
          <a:xfrm>
            <a:off x="8575250" y="5218847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0" name="连接符: 曲线 299">
            <a:extLst>
              <a:ext uri="{FF2B5EF4-FFF2-40B4-BE49-F238E27FC236}">
                <a16:creationId xmlns:a16="http://schemas.microsoft.com/office/drawing/2014/main" id="{0AACDD45-1CE5-47D2-90CC-AF3D9CAFD112}"/>
              </a:ext>
            </a:extLst>
          </p:cNvPr>
          <p:cNvCxnSpPr>
            <a:cxnSpLocks/>
            <a:stCxn id="226" idx="3"/>
            <a:endCxn id="205" idx="1"/>
          </p:cNvCxnSpPr>
          <p:nvPr/>
        </p:nvCxnSpPr>
        <p:spPr>
          <a:xfrm flipV="1">
            <a:off x="7154495" y="1343555"/>
            <a:ext cx="976806" cy="2077414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连接符: 曲线 300">
            <a:extLst>
              <a:ext uri="{FF2B5EF4-FFF2-40B4-BE49-F238E27FC236}">
                <a16:creationId xmlns:a16="http://schemas.microsoft.com/office/drawing/2014/main" id="{0DE356E0-03D6-4882-8942-63D600C0A8E6}"/>
              </a:ext>
            </a:extLst>
          </p:cNvPr>
          <p:cNvCxnSpPr>
            <a:cxnSpLocks/>
            <a:stCxn id="226" idx="3"/>
            <a:endCxn id="268" idx="1"/>
          </p:cNvCxnSpPr>
          <p:nvPr/>
        </p:nvCxnSpPr>
        <p:spPr>
          <a:xfrm flipV="1">
            <a:off x="7154495" y="3408492"/>
            <a:ext cx="974965" cy="1247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连接符: 曲线 301">
            <a:extLst>
              <a:ext uri="{FF2B5EF4-FFF2-40B4-BE49-F238E27FC236}">
                <a16:creationId xmlns:a16="http://schemas.microsoft.com/office/drawing/2014/main" id="{B1E6BFB5-F8C6-413A-AF14-769A560A424A}"/>
              </a:ext>
            </a:extLst>
          </p:cNvPr>
          <p:cNvCxnSpPr>
            <a:cxnSpLocks/>
            <a:stCxn id="226" idx="3"/>
            <a:endCxn id="282" idx="1"/>
          </p:cNvCxnSpPr>
          <p:nvPr/>
        </p:nvCxnSpPr>
        <p:spPr>
          <a:xfrm>
            <a:off x="7154495" y="3420969"/>
            <a:ext cx="974846" cy="207831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箭头: 左 302">
            <a:extLst>
              <a:ext uri="{FF2B5EF4-FFF2-40B4-BE49-F238E27FC236}">
                <a16:creationId xmlns:a16="http://schemas.microsoft.com/office/drawing/2014/main" id="{A2D2D055-8946-4560-930C-B296731965D3}"/>
              </a:ext>
            </a:extLst>
          </p:cNvPr>
          <p:cNvSpPr/>
          <p:nvPr/>
        </p:nvSpPr>
        <p:spPr>
          <a:xfrm>
            <a:off x="7734311" y="3104009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箭头: 左 303">
            <a:extLst>
              <a:ext uri="{FF2B5EF4-FFF2-40B4-BE49-F238E27FC236}">
                <a16:creationId xmlns:a16="http://schemas.microsoft.com/office/drawing/2014/main" id="{D064FA93-CE99-45A2-93B0-6C9736B01275}"/>
              </a:ext>
            </a:extLst>
          </p:cNvPr>
          <p:cNvSpPr/>
          <p:nvPr/>
        </p:nvSpPr>
        <p:spPr>
          <a:xfrm>
            <a:off x="7475633" y="5446356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CA5429B4-A774-4686-AFB8-827F60D2DE9F}"/>
              </a:ext>
            </a:extLst>
          </p:cNvPr>
          <p:cNvSpPr/>
          <p:nvPr/>
        </p:nvSpPr>
        <p:spPr>
          <a:xfrm>
            <a:off x="7669151" y="5389268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F6E85BE2-C2E9-492A-A430-D6EDC106DB11}"/>
              </a:ext>
            </a:extLst>
          </p:cNvPr>
          <p:cNvSpPr txBox="1"/>
          <p:nvPr/>
        </p:nvSpPr>
        <p:spPr>
          <a:xfrm>
            <a:off x="7761958" y="5355116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307" name="箭头: 左 306">
            <a:extLst>
              <a:ext uri="{FF2B5EF4-FFF2-40B4-BE49-F238E27FC236}">
                <a16:creationId xmlns:a16="http://schemas.microsoft.com/office/drawing/2014/main" id="{E94BBAA8-6215-476F-B13A-4CF6DCDCAA6B}"/>
              </a:ext>
            </a:extLst>
          </p:cNvPr>
          <p:cNvSpPr/>
          <p:nvPr/>
        </p:nvSpPr>
        <p:spPr>
          <a:xfrm>
            <a:off x="7443109" y="1006053"/>
            <a:ext cx="31149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3095FB73-0000-4AC2-B638-06066AF2088A}"/>
              </a:ext>
            </a:extLst>
          </p:cNvPr>
          <p:cNvSpPr/>
          <p:nvPr/>
        </p:nvSpPr>
        <p:spPr>
          <a:xfrm>
            <a:off x="7634127" y="933842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D0DF7857-5BF0-4BE6-80F4-74339E68FE5C}"/>
              </a:ext>
            </a:extLst>
          </p:cNvPr>
          <p:cNvSpPr txBox="1"/>
          <p:nvPr/>
        </p:nvSpPr>
        <p:spPr>
          <a:xfrm>
            <a:off x="7726934" y="89969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310" name="乘号 309">
            <a:extLst>
              <a:ext uri="{FF2B5EF4-FFF2-40B4-BE49-F238E27FC236}">
                <a16:creationId xmlns:a16="http://schemas.microsoft.com/office/drawing/2014/main" id="{E1F57C9A-6AC7-48B7-8022-7AF5600B24A8}"/>
              </a:ext>
            </a:extLst>
          </p:cNvPr>
          <p:cNvSpPr/>
          <p:nvPr/>
        </p:nvSpPr>
        <p:spPr>
          <a:xfrm>
            <a:off x="9543963" y="999710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乘号 310">
            <a:extLst>
              <a:ext uri="{FF2B5EF4-FFF2-40B4-BE49-F238E27FC236}">
                <a16:creationId xmlns:a16="http://schemas.microsoft.com/office/drawing/2014/main" id="{65EBF160-45D8-4617-8602-E749F388F33A}"/>
              </a:ext>
            </a:extLst>
          </p:cNvPr>
          <p:cNvSpPr/>
          <p:nvPr/>
        </p:nvSpPr>
        <p:spPr>
          <a:xfrm>
            <a:off x="9543963" y="5192058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10DA0435-9AB3-4753-AA21-D05EA7574B44}"/>
              </a:ext>
            </a:extLst>
          </p:cNvPr>
          <p:cNvSpPr/>
          <p:nvPr/>
        </p:nvSpPr>
        <p:spPr>
          <a:xfrm>
            <a:off x="10114824" y="3997871"/>
            <a:ext cx="1507777" cy="1357245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椭圆 312">
            <a:extLst>
              <a:ext uri="{FF2B5EF4-FFF2-40B4-BE49-F238E27FC236}">
                <a16:creationId xmlns:a16="http://schemas.microsoft.com/office/drawing/2014/main" id="{EE092B52-CC2D-4774-B991-083052D587D3}"/>
              </a:ext>
            </a:extLst>
          </p:cNvPr>
          <p:cNvSpPr/>
          <p:nvPr/>
        </p:nvSpPr>
        <p:spPr>
          <a:xfrm>
            <a:off x="11170342" y="4450364"/>
            <a:ext cx="452259" cy="452259"/>
          </a:xfrm>
          <a:prstGeom prst="ellipse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B545A85D-0AC2-4DD1-AA00-CFA83FE19FB6}"/>
              </a:ext>
            </a:extLst>
          </p:cNvPr>
          <p:cNvSpPr txBox="1"/>
          <p:nvPr/>
        </p:nvSpPr>
        <p:spPr>
          <a:xfrm>
            <a:off x="11263149" y="4416212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B050"/>
                </a:solidFill>
              </a:rPr>
              <a:t>S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806342E4-F0F2-4A92-BE7C-4AE55D33ED49}"/>
              </a:ext>
            </a:extLst>
          </p:cNvPr>
          <p:cNvSpPr/>
          <p:nvPr/>
        </p:nvSpPr>
        <p:spPr>
          <a:xfrm>
            <a:off x="11162649" y="4902857"/>
            <a:ext cx="452259" cy="452259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9194F072-FA9B-46F1-8373-84175AEF070A}"/>
              </a:ext>
            </a:extLst>
          </p:cNvPr>
          <p:cNvSpPr txBox="1"/>
          <p:nvPr/>
        </p:nvSpPr>
        <p:spPr>
          <a:xfrm>
            <a:off x="11255456" y="4868705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K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B8E84437-B6E1-4FD5-A7BA-F99C3C8917E6}"/>
              </a:ext>
            </a:extLst>
          </p:cNvPr>
          <p:cNvSpPr/>
          <p:nvPr/>
        </p:nvSpPr>
        <p:spPr>
          <a:xfrm>
            <a:off x="10113071" y="4003272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58CED7ED-10C4-43C8-90A5-EBC9952A8C85}"/>
              </a:ext>
            </a:extLst>
          </p:cNvPr>
          <p:cNvSpPr txBox="1"/>
          <p:nvPr/>
        </p:nvSpPr>
        <p:spPr>
          <a:xfrm>
            <a:off x="10205878" y="3969120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334" name="箭头: 左 333">
            <a:extLst>
              <a:ext uri="{FF2B5EF4-FFF2-40B4-BE49-F238E27FC236}">
                <a16:creationId xmlns:a16="http://schemas.microsoft.com/office/drawing/2014/main" id="{BBE0555A-53FB-43B8-AE3E-A7C0581E4DA0}"/>
              </a:ext>
            </a:extLst>
          </p:cNvPr>
          <p:cNvSpPr/>
          <p:nvPr/>
        </p:nvSpPr>
        <p:spPr>
          <a:xfrm flipH="1">
            <a:off x="10572252" y="1988819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箭头: 左 334">
            <a:extLst>
              <a:ext uri="{FF2B5EF4-FFF2-40B4-BE49-F238E27FC236}">
                <a16:creationId xmlns:a16="http://schemas.microsoft.com/office/drawing/2014/main" id="{2FEA214B-704B-42BA-99D2-16610CCE2BD6}"/>
              </a:ext>
            </a:extLst>
          </p:cNvPr>
          <p:cNvSpPr/>
          <p:nvPr/>
        </p:nvSpPr>
        <p:spPr>
          <a:xfrm flipH="1">
            <a:off x="10556056" y="4348724"/>
            <a:ext cx="606593" cy="606592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7" name="连接符: 曲线 336">
            <a:extLst>
              <a:ext uri="{FF2B5EF4-FFF2-40B4-BE49-F238E27FC236}">
                <a16:creationId xmlns:a16="http://schemas.microsoft.com/office/drawing/2014/main" id="{2CF4FD89-513A-4DFD-9D60-D180E87F0985}"/>
              </a:ext>
            </a:extLst>
          </p:cNvPr>
          <p:cNvCxnSpPr>
            <a:cxnSpLocks/>
            <a:stCxn id="268" idx="0"/>
            <a:endCxn id="212" idx="1"/>
          </p:cNvCxnSpPr>
          <p:nvPr/>
        </p:nvCxnSpPr>
        <p:spPr>
          <a:xfrm rot="5400000" flipH="1" flipV="1">
            <a:off x="9268911" y="1883957"/>
            <a:ext cx="460351" cy="1231475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连接符: 曲线 337">
            <a:extLst>
              <a:ext uri="{FF2B5EF4-FFF2-40B4-BE49-F238E27FC236}">
                <a16:creationId xmlns:a16="http://schemas.microsoft.com/office/drawing/2014/main" id="{6E38F644-0671-46F6-B38C-EA342B83F7F3}"/>
              </a:ext>
            </a:extLst>
          </p:cNvPr>
          <p:cNvCxnSpPr>
            <a:cxnSpLocks/>
            <a:stCxn id="268" idx="2"/>
            <a:endCxn id="312" idx="1"/>
          </p:cNvCxnSpPr>
          <p:nvPr/>
        </p:nvCxnSpPr>
        <p:spPr>
          <a:xfrm rot="16200000" flipH="1">
            <a:off x="9204396" y="3766066"/>
            <a:ext cx="589380" cy="1231475"/>
          </a:xfrm>
          <a:prstGeom prst="curvedConnector2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乘号 340">
            <a:extLst>
              <a:ext uri="{FF2B5EF4-FFF2-40B4-BE49-F238E27FC236}">
                <a16:creationId xmlns:a16="http://schemas.microsoft.com/office/drawing/2014/main" id="{74567C41-C53A-4602-BA7C-C457D84B3061}"/>
              </a:ext>
            </a:extLst>
          </p:cNvPr>
          <p:cNvSpPr/>
          <p:nvPr/>
        </p:nvSpPr>
        <p:spPr>
          <a:xfrm>
            <a:off x="11583307" y="4373197"/>
            <a:ext cx="606592" cy="606592"/>
          </a:xfrm>
          <a:prstGeom prst="mathMultiply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箭头: 左 341">
            <a:extLst>
              <a:ext uri="{FF2B5EF4-FFF2-40B4-BE49-F238E27FC236}">
                <a16:creationId xmlns:a16="http://schemas.microsoft.com/office/drawing/2014/main" id="{999D531F-84E0-4891-A548-70C6C96660EF}"/>
              </a:ext>
            </a:extLst>
          </p:cNvPr>
          <p:cNvSpPr/>
          <p:nvPr/>
        </p:nvSpPr>
        <p:spPr>
          <a:xfrm flipH="1">
            <a:off x="9335518" y="2273556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椭圆 342">
            <a:extLst>
              <a:ext uri="{FF2B5EF4-FFF2-40B4-BE49-F238E27FC236}">
                <a16:creationId xmlns:a16="http://schemas.microsoft.com/office/drawing/2014/main" id="{3CA799A2-0015-469A-BF84-B39E6DAF64C5}"/>
              </a:ext>
            </a:extLst>
          </p:cNvPr>
          <p:cNvSpPr/>
          <p:nvPr/>
        </p:nvSpPr>
        <p:spPr>
          <a:xfrm>
            <a:off x="9617807" y="2222336"/>
            <a:ext cx="452259" cy="4522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A08A7234-CEB6-4D51-B77B-89DBC5C00674}"/>
              </a:ext>
            </a:extLst>
          </p:cNvPr>
          <p:cNvSpPr txBox="1"/>
          <p:nvPr/>
        </p:nvSpPr>
        <p:spPr>
          <a:xfrm>
            <a:off x="9710614" y="2188184"/>
            <a:ext cx="269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FF00"/>
                </a:solidFill>
              </a:rPr>
              <a:t>R</a:t>
            </a:r>
            <a:endParaRPr lang="zh-CN" altLang="en-US" sz="2800" b="1" dirty="0">
              <a:solidFill>
                <a:srgbClr val="FFFF00"/>
              </a:solidFill>
            </a:endParaRPr>
          </a:p>
        </p:txBody>
      </p:sp>
      <p:sp>
        <p:nvSpPr>
          <p:cNvPr id="345" name="箭头: 左 344">
            <a:extLst>
              <a:ext uri="{FF2B5EF4-FFF2-40B4-BE49-F238E27FC236}">
                <a16:creationId xmlns:a16="http://schemas.microsoft.com/office/drawing/2014/main" id="{2A8DD5D7-A2C8-4E5D-B965-29C22312A7BA}"/>
              </a:ext>
            </a:extLst>
          </p:cNvPr>
          <p:cNvSpPr/>
          <p:nvPr/>
        </p:nvSpPr>
        <p:spPr>
          <a:xfrm flipH="1">
            <a:off x="9683711" y="4326708"/>
            <a:ext cx="345547" cy="331264"/>
          </a:xfrm>
          <a:prstGeom prst="leftArrow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: 空心 43">
            <a:extLst>
              <a:ext uri="{FF2B5EF4-FFF2-40B4-BE49-F238E27FC236}">
                <a16:creationId xmlns:a16="http://schemas.microsoft.com/office/drawing/2014/main" id="{65B2CEB3-B1AB-449B-A397-180CE262186C}"/>
              </a:ext>
            </a:extLst>
          </p:cNvPr>
          <p:cNvSpPr/>
          <p:nvPr/>
        </p:nvSpPr>
        <p:spPr>
          <a:xfrm>
            <a:off x="11680057" y="2043387"/>
            <a:ext cx="452259" cy="452259"/>
          </a:xfrm>
          <a:prstGeom prst="donu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83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106</Words>
  <Application>Microsoft Office PowerPoint</Application>
  <PresentationFormat>宽屏</PresentationFormat>
  <Paragraphs>106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RhantolkYtriHistoria</dc:creator>
  <cp:lastModifiedBy>RhantolkYtriHistoria</cp:lastModifiedBy>
  <cp:revision>19</cp:revision>
  <dcterms:created xsi:type="dcterms:W3CDTF">2021-01-27T04:49:29Z</dcterms:created>
  <dcterms:modified xsi:type="dcterms:W3CDTF">2021-01-27T06:37:40Z</dcterms:modified>
</cp:coreProperties>
</file>
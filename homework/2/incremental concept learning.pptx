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9" r:id="rId2"/>
    <p:sldId id="390" r:id="rId3"/>
    <p:sldId id="360" r:id="rId4"/>
    <p:sldId id="39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01" y="1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CFF79-0070-4716-BAE0-F96474D14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AFB59D-82CD-4944-8523-D0D8063AD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A565D5-2F8B-49CA-949D-2877D11B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395D0-A71B-4A13-953D-03364677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82B90C-D857-43D9-B61C-9A59B2FD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23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57D04-C5D6-48AC-91A9-5ACFE373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9E0740-D2A5-402B-A5F8-701A5223C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1674A-DD74-4807-99D2-A1DE2BA3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AA461-94DE-4D31-81B3-A5F9BE92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576038-A88D-4859-ADE2-33823841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636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111AE-ED77-446A-A3F3-643423CA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60564D-673C-4C27-A388-4D789DC88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091708-128F-425F-9CBC-B3135E09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88BEA-B4FD-4B61-863D-A037408E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02BE81-B494-4669-BEE3-975EC999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41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EC6CB-CABD-4F3F-8501-435D188F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C473F7-F905-4233-917F-62E8D6E05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8D155C-72EA-49A0-A6D8-BE4FA1BAF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0831CE-E20E-4168-81F4-A30831C5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B31ADE-6E8D-4EF4-8F48-630B7B25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552D31-CEAD-4BA7-B48D-7313A844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3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B0B57-FCC1-45C5-A1EB-E6683446D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35444B-5247-4283-8E04-DBBF02135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515B74-837C-4698-959E-9C661D746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478BD2-EB48-4B09-958B-08B5725B2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FD4E12-8BE1-4098-9F61-547EC5AC5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013E41-DF9C-482D-A02B-9F120A25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41CFA5-F82B-4C83-8265-0166E3C6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73A135-FC95-4B27-AB42-87117B01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753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9F703-B412-47FC-951D-CCF946F4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2E1C0B-516E-4EF0-B096-2D33FF8E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AC6392-5CCD-412D-BF6E-2DAEEBDF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D3914C-D7A2-45EB-BD0B-2CA93356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6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7214EC-F345-492D-837D-70C63C35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F46E4-334D-4760-B0D8-AD05EC5B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BADD15-EF93-4DD2-8F97-45BFB4D6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46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A1944-754A-42EF-801E-9A03A712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F71923-D1C5-4420-8568-0327D752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EF0E59-E0D1-4A60-A87D-61E2BB7ED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80384C-1002-4DDB-95BA-FBEDDE7CB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5C0772-BB50-49C3-9D4E-AEF2A9CD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D794E2-3EC6-476E-9E77-92BB0767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75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92D12-6A28-43D1-A036-F0B17804F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6A8F0A-CFE6-436E-A43A-D9E683FAE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D8AC04-3DCF-4C87-A12A-A95E4FDD2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F84FAA-A703-4EEE-A02B-28FD1846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64A537-7AFF-4799-A247-1E773C96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6AA35F-BE55-49BC-A891-0B6B28FD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9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94E26-2635-4BBC-93B3-134724CE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EBD99B-BC13-4D0B-A3CA-5C3687E1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23AF4-AB18-4705-A6DA-97665199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4D90D-86E1-4579-82D5-BBB62ECF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A2CF08-8D86-48CD-B105-E9DC0953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09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95B01C-FB1B-4258-B858-B58753195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E4AEB0-4C4A-45F1-B7D3-DF9E8EFC7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C6AC5-53DF-462D-85F6-59CFD535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5DF11-9D1E-4C77-982C-B11544C8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050A45-A033-4B87-B7C1-2B03F1F1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23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223C3B-EF98-4AC0-A001-DE4C550CF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4BD9BD-AD5B-41C8-A69A-09A69395F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B1E18-ECC4-44EC-BDFA-E28738590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23634-CD1B-456A-8EB0-9C7514F3AA16}" type="datetimeFigureOut">
              <a:rPr lang="zh-CN" altLang="en-US" smtClean="0"/>
              <a:t>2021/2/17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4427F8-E153-4FB0-963D-32933EF50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F71822-5F56-4F5E-9980-F3EF74A36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A7DA5-06DC-488D-8739-1AD2FD29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4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CFDB873B-2E2C-49D9-938F-3EBA6A49AAAE}"/>
              </a:ext>
            </a:extLst>
          </p:cNvPr>
          <p:cNvSpPr/>
          <p:nvPr/>
        </p:nvSpPr>
        <p:spPr>
          <a:xfrm>
            <a:off x="6677962" y="3019558"/>
            <a:ext cx="5117397" cy="142395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val 1"/>
          <p:cNvSpPr/>
          <p:nvPr/>
        </p:nvSpPr>
        <p:spPr>
          <a:xfrm>
            <a:off x="8627628" y="1142376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sp>
        <p:nvSpPr>
          <p:cNvPr id="3" name="Oval 2"/>
          <p:cNvSpPr/>
          <p:nvPr/>
        </p:nvSpPr>
        <p:spPr>
          <a:xfrm>
            <a:off x="6806616" y="3102313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lettuce</a:t>
            </a:r>
          </a:p>
        </p:txBody>
      </p:sp>
      <p:sp>
        <p:nvSpPr>
          <p:cNvPr id="4" name="Oval 3"/>
          <p:cNvSpPr/>
          <p:nvPr/>
        </p:nvSpPr>
        <p:spPr>
          <a:xfrm>
            <a:off x="9245016" y="3102313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tomato</a:t>
            </a:r>
          </a:p>
        </p:txBody>
      </p:sp>
      <p:cxnSp>
        <p:nvCxnSpPr>
          <p:cNvPr id="8" name="Straight Arrow Connector 7"/>
          <p:cNvCxnSpPr>
            <a:cxnSpLocks/>
            <a:stCxn id="15" idx="0"/>
            <a:endCxn id="55" idx="2"/>
          </p:cNvCxnSpPr>
          <p:nvPr/>
        </p:nvCxnSpPr>
        <p:spPr>
          <a:xfrm flipH="1" flipV="1">
            <a:off x="9236661" y="4443508"/>
            <a:ext cx="25728" cy="662516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652789" y="5106024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cxnSp>
        <p:nvCxnSpPr>
          <p:cNvPr id="21" name="Straight Arrow Connector 20"/>
          <p:cNvCxnSpPr>
            <a:cxnSpLocks/>
            <a:stCxn id="2" idx="4"/>
            <a:endCxn id="55" idx="0"/>
          </p:cNvCxnSpPr>
          <p:nvPr/>
        </p:nvCxnSpPr>
        <p:spPr>
          <a:xfrm flipH="1">
            <a:off x="9236661" y="2361576"/>
            <a:ext cx="567" cy="657982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0599" y="556547"/>
            <a:ext cx="4876801" cy="7168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733" dirty="0">
                <a:latin typeface="Segoe Print" panose="02000600000000000000" pitchFamily="2" charset="0"/>
              </a:rPr>
              <a:t>This </a:t>
            </a:r>
            <a:r>
              <a:rPr lang="en-US" sz="3733" dirty="0">
                <a:solidFill>
                  <a:schemeClr val="accent3"/>
                </a:solidFill>
                <a:latin typeface="Segoe Print" panose="02000600000000000000" pitchFamily="2" charset="0"/>
              </a:rPr>
              <a:t>is</a:t>
            </a:r>
            <a:r>
              <a:rPr lang="en-US" sz="3733" dirty="0">
                <a:latin typeface="Segoe Print" panose="02000600000000000000" pitchFamily="2" charset="0"/>
              </a:rPr>
              <a:t> a sandwich.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7" y="5254764"/>
            <a:ext cx="6662943" cy="9570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667" dirty="0">
                <a:solidFill>
                  <a:srgbClr val="00B0F0"/>
                </a:solidFill>
                <a:latin typeface="Segoe Print" panose="02000600000000000000" pitchFamily="2" charset="0"/>
              </a:rPr>
              <a:t>BLT</a:t>
            </a:r>
          </a:p>
          <a:p>
            <a:pPr algn="ctr"/>
            <a:r>
              <a:rPr lang="en-US" sz="1050" dirty="0">
                <a:solidFill>
                  <a:srgbClr val="00B0F0"/>
                </a:solidFill>
                <a:latin typeface="Segoe Print" panose="02000600000000000000" pitchFamily="2" charset="0"/>
              </a:rPr>
              <a:t>https://prods3.imgix.net/images/articles/2014_08/Web-Article-NONOMBERS-BLT-Bacon-Lettuce-Tomato-Construction-Manual-Sandwich.jpg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8969" y="579103"/>
            <a:ext cx="3895385" cy="4924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667" dirty="0">
                <a:latin typeface="Segoe Print" panose="02000600000000000000" pitchFamily="2" charset="0"/>
              </a:rPr>
              <a:t>Current Concept</a:t>
            </a: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0F347AB3-8428-41FB-A363-D7741797A920}"/>
              </a:ext>
            </a:extLst>
          </p:cNvPr>
          <p:cNvSpPr txBox="1"/>
          <p:nvPr/>
        </p:nvSpPr>
        <p:spPr>
          <a:xfrm>
            <a:off x="8100648" y="2403389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B3F72575-E4FA-4D25-89E9-065EEC5D00D5}"/>
              </a:ext>
            </a:extLst>
          </p:cNvPr>
          <p:cNvSpPr txBox="1"/>
          <p:nvPr/>
        </p:nvSpPr>
        <p:spPr>
          <a:xfrm>
            <a:off x="9463369" y="4484713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24AC1053-AE89-4934-AF23-C55B54B00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07" y="2108514"/>
            <a:ext cx="6170982" cy="2640971"/>
          </a:xfrm>
          <a:prstGeom prst="rect">
            <a:avLst/>
          </a:prstGeom>
        </p:spPr>
      </p:pic>
      <p:sp>
        <p:nvSpPr>
          <p:cNvPr id="42" name="Oval 3">
            <a:extLst>
              <a:ext uri="{FF2B5EF4-FFF2-40B4-BE49-F238E27FC236}">
                <a16:creationId xmlns:a16="http://schemas.microsoft.com/office/drawing/2014/main" id="{CF785BD6-D417-4685-904C-0E59D0879C18}"/>
              </a:ext>
            </a:extLst>
          </p:cNvPr>
          <p:cNvSpPr/>
          <p:nvPr/>
        </p:nvSpPr>
        <p:spPr>
          <a:xfrm>
            <a:off x="8025816" y="3102313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bacon</a:t>
            </a:r>
          </a:p>
        </p:txBody>
      </p:sp>
      <p:sp>
        <p:nvSpPr>
          <p:cNvPr id="68" name="Oval 3">
            <a:extLst>
              <a:ext uri="{FF2B5EF4-FFF2-40B4-BE49-F238E27FC236}">
                <a16:creationId xmlns:a16="http://schemas.microsoft.com/office/drawing/2014/main" id="{DEE9ACB4-E9AE-4FFC-BD58-7306D4B03E32}"/>
              </a:ext>
            </a:extLst>
          </p:cNvPr>
          <p:cNvSpPr/>
          <p:nvPr/>
        </p:nvSpPr>
        <p:spPr>
          <a:xfrm>
            <a:off x="10464216" y="3102313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sauce</a:t>
            </a:r>
          </a:p>
        </p:txBody>
      </p:sp>
    </p:spTree>
    <p:extLst>
      <p:ext uri="{BB962C8B-B14F-4D97-AF65-F5344CB8AC3E}">
        <p14:creationId xmlns:p14="http://schemas.microsoft.com/office/powerpoint/2010/main" val="295818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CFDB873B-2E2C-49D9-938F-3EBA6A49AAAE}"/>
              </a:ext>
            </a:extLst>
          </p:cNvPr>
          <p:cNvSpPr/>
          <p:nvPr/>
        </p:nvSpPr>
        <p:spPr>
          <a:xfrm>
            <a:off x="6695009" y="2750780"/>
            <a:ext cx="5117397" cy="1426972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val 1"/>
          <p:cNvSpPr/>
          <p:nvPr/>
        </p:nvSpPr>
        <p:spPr>
          <a:xfrm>
            <a:off x="8644675" y="873598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sp>
        <p:nvSpPr>
          <p:cNvPr id="3" name="Oval 2"/>
          <p:cNvSpPr/>
          <p:nvPr/>
        </p:nvSpPr>
        <p:spPr>
          <a:xfrm>
            <a:off x="68236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lettuce</a:t>
            </a:r>
          </a:p>
        </p:txBody>
      </p:sp>
      <p:sp>
        <p:nvSpPr>
          <p:cNvPr id="4" name="Oval 3"/>
          <p:cNvSpPr/>
          <p:nvPr/>
        </p:nvSpPr>
        <p:spPr>
          <a:xfrm>
            <a:off x="92620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tomato</a:t>
            </a:r>
          </a:p>
        </p:txBody>
      </p:sp>
      <p:cxnSp>
        <p:nvCxnSpPr>
          <p:cNvPr id="8" name="Straight Arrow Connector 7"/>
          <p:cNvCxnSpPr>
            <a:cxnSpLocks/>
            <a:stCxn id="15" idx="0"/>
            <a:endCxn id="27" idx="4"/>
          </p:cNvCxnSpPr>
          <p:nvPr/>
        </p:nvCxnSpPr>
        <p:spPr>
          <a:xfrm flipV="1">
            <a:off x="9301812" y="5086660"/>
            <a:ext cx="0" cy="515576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692212" y="5602236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cxnSp>
        <p:nvCxnSpPr>
          <p:cNvPr id="21" name="Straight Arrow Connector 20"/>
          <p:cNvCxnSpPr>
            <a:cxnSpLocks/>
            <a:stCxn id="2" idx="4"/>
            <a:endCxn id="55" idx="0"/>
          </p:cNvCxnSpPr>
          <p:nvPr/>
        </p:nvCxnSpPr>
        <p:spPr>
          <a:xfrm flipH="1">
            <a:off x="9253708" y="2092798"/>
            <a:ext cx="567" cy="657982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0599" y="556547"/>
            <a:ext cx="4876801" cy="7168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733" dirty="0">
                <a:latin typeface="Segoe Print" panose="02000600000000000000" pitchFamily="2" charset="0"/>
              </a:rPr>
              <a:t>This </a:t>
            </a:r>
            <a:r>
              <a:rPr lang="en-US" sz="3733" dirty="0">
                <a:solidFill>
                  <a:schemeClr val="accent3"/>
                </a:solidFill>
                <a:latin typeface="Segoe Print" panose="02000600000000000000" pitchFamily="2" charset="0"/>
              </a:rPr>
              <a:t>is</a:t>
            </a:r>
            <a:r>
              <a:rPr lang="en-US" sz="3733" dirty="0">
                <a:latin typeface="Segoe Print" panose="02000600000000000000" pitchFamily="2" charset="0"/>
              </a:rPr>
              <a:t> a sandwich.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7" y="5254764"/>
            <a:ext cx="6662943" cy="9570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667" dirty="0">
                <a:solidFill>
                  <a:srgbClr val="00B0F0"/>
                </a:solidFill>
                <a:latin typeface="Segoe Print" panose="02000600000000000000" pitchFamily="2" charset="0"/>
              </a:rPr>
              <a:t>Grilled Cheese</a:t>
            </a:r>
          </a:p>
          <a:p>
            <a:pPr algn="ctr"/>
            <a:r>
              <a:rPr lang="en-US" sz="1050" dirty="0">
                <a:solidFill>
                  <a:srgbClr val="00B0F0"/>
                </a:solidFill>
                <a:latin typeface="Segoe Print" panose="02000600000000000000" pitchFamily="2" charset="0"/>
              </a:rPr>
              <a:t>https://i.ytimg.com/vi/0mXMdDrWm24/maxresdefault.jpg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6016" y="310325"/>
            <a:ext cx="3895385" cy="4924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667" dirty="0">
                <a:latin typeface="Segoe Print" panose="02000600000000000000" pitchFamily="2" charset="0"/>
              </a:rPr>
              <a:t>Current Concept</a:t>
            </a: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0F347AB3-8428-41FB-A363-D7741797A920}"/>
              </a:ext>
            </a:extLst>
          </p:cNvPr>
          <p:cNvSpPr txBox="1"/>
          <p:nvPr/>
        </p:nvSpPr>
        <p:spPr>
          <a:xfrm>
            <a:off x="8117695" y="2134611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B3F72575-E4FA-4D25-89E9-065EEC5D00D5}"/>
              </a:ext>
            </a:extLst>
          </p:cNvPr>
          <p:cNvSpPr txBox="1"/>
          <p:nvPr/>
        </p:nvSpPr>
        <p:spPr>
          <a:xfrm>
            <a:off x="9544660" y="5096751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sp>
        <p:nvSpPr>
          <p:cNvPr id="42" name="Oval 3">
            <a:extLst>
              <a:ext uri="{FF2B5EF4-FFF2-40B4-BE49-F238E27FC236}">
                <a16:creationId xmlns:a16="http://schemas.microsoft.com/office/drawing/2014/main" id="{CF785BD6-D417-4685-904C-0E59D0879C18}"/>
              </a:ext>
            </a:extLst>
          </p:cNvPr>
          <p:cNvSpPr/>
          <p:nvPr/>
        </p:nvSpPr>
        <p:spPr>
          <a:xfrm>
            <a:off x="80428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bacon</a:t>
            </a:r>
          </a:p>
        </p:txBody>
      </p:sp>
      <p:sp>
        <p:nvSpPr>
          <p:cNvPr id="68" name="Oval 3">
            <a:extLst>
              <a:ext uri="{FF2B5EF4-FFF2-40B4-BE49-F238E27FC236}">
                <a16:creationId xmlns:a16="http://schemas.microsoft.com/office/drawing/2014/main" id="{DEE9ACB4-E9AE-4FFC-BD58-7306D4B03E32}"/>
              </a:ext>
            </a:extLst>
          </p:cNvPr>
          <p:cNvSpPr/>
          <p:nvPr/>
        </p:nvSpPr>
        <p:spPr>
          <a:xfrm>
            <a:off x="104812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sauce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5411F5-E291-4856-8F32-5FB7965FB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16" y="1687066"/>
            <a:ext cx="5867400" cy="330041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B0E1644-A5A9-420A-8185-FE24CBAFAAA2}"/>
              </a:ext>
            </a:extLst>
          </p:cNvPr>
          <p:cNvSpPr txBox="1"/>
          <p:nvPr/>
        </p:nvSpPr>
        <p:spPr>
          <a:xfrm>
            <a:off x="8342290" y="4452585"/>
            <a:ext cx="51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highlight>
                  <a:srgbClr val="FFFF00"/>
                </a:highlight>
              </a:rPr>
              <a:t>or</a:t>
            </a:r>
            <a:endParaRPr lang="zh-CN" altLang="en-US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27" name="Oval 3">
            <a:extLst>
              <a:ext uri="{FF2B5EF4-FFF2-40B4-BE49-F238E27FC236}">
                <a16:creationId xmlns:a16="http://schemas.microsoft.com/office/drawing/2014/main" id="{9E6B6C71-2085-4E7A-939F-DFEAB42E04D4}"/>
              </a:ext>
            </a:extLst>
          </p:cNvPr>
          <p:cNvSpPr/>
          <p:nvPr/>
        </p:nvSpPr>
        <p:spPr>
          <a:xfrm>
            <a:off x="8857856" y="4198748"/>
            <a:ext cx="887912" cy="88791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cheese</a:t>
            </a:r>
          </a:p>
        </p:txBody>
      </p:sp>
    </p:spTree>
    <p:extLst>
      <p:ext uri="{BB962C8B-B14F-4D97-AF65-F5344CB8AC3E}">
        <p14:creationId xmlns:p14="http://schemas.microsoft.com/office/powerpoint/2010/main" val="372497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57957" y="426716"/>
            <a:ext cx="5769872" cy="7168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733" dirty="0">
                <a:latin typeface="Segoe Print" panose="02000600000000000000" pitchFamily="2" charset="0"/>
              </a:rPr>
              <a:t>This </a:t>
            </a:r>
            <a:r>
              <a:rPr lang="en-US" sz="3733" dirty="0">
                <a:solidFill>
                  <a:schemeClr val="accent2"/>
                </a:solidFill>
                <a:latin typeface="Segoe Print" panose="02000600000000000000" pitchFamily="2" charset="0"/>
              </a:rPr>
              <a:t>is not</a:t>
            </a:r>
            <a:r>
              <a:rPr lang="en-US" sz="3733" dirty="0">
                <a:latin typeface="Segoe Print" panose="02000600000000000000" pitchFamily="2" charset="0"/>
              </a:rPr>
              <a:t> a sandwich.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057" y="5682093"/>
            <a:ext cx="6662943" cy="9570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667" dirty="0">
                <a:solidFill>
                  <a:srgbClr val="00B0F0"/>
                </a:solidFill>
                <a:latin typeface="Segoe Print" panose="02000600000000000000" pitchFamily="2" charset="0"/>
              </a:rPr>
              <a:t>Hamburger</a:t>
            </a:r>
          </a:p>
          <a:p>
            <a:pPr algn="ctr"/>
            <a:r>
              <a:rPr lang="en-US" sz="1050" dirty="0">
                <a:solidFill>
                  <a:srgbClr val="00B0F0"/>
                </a:solidFill>
                <a:latin typeface="Segoe Print" panose="02000600000000000000" pitchFamily="2" charset="0"/>
              </a:rPr>
              <a:t>https://upload.wikimedia.org/wikipedia/commons/thumb/8/8f/NYC-Diner-Bacon-Cheeseburger.jpg/1024px-NYC-Diner-Bacon-Cheeseburger.jpg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10CC2B-A315-4468-B6C4-93D6EA00B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56" y="1024129"/>
            <a:ext cx="4847075" cy="4060551"/>
          </a:xfrm>
          <a:prstGeom prst="rect">
            <a:avLst/>
          </a:prstGeom>
        </p:spPr>
      </p:pic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5CBBD189-6C73-4450-A568-56462B8683E3}"/>
              </a:ext>
            </a:extLst>
          </p:cNvPr>
          <p:cNvCxnSpPr>
            <a:cxnSpLocks/>
            <a:stCxn id="82" idx="2"/>
            <a:endCxn id="86" idx="2"/>
          </p:cNvCxnSpPr>
          <p:nvPr/>
        </p:nvCxnSpPr>
        <p:spPr>
          <a:xfrm rot="10800000" flipH="1" flipV="1">
            <a:off x="8644674" y="1483198"/>
            <a:ext cx="47537" cy="4728638"/>
          </a:xfrm>
          <a:prstGeom prst="bentConnector3">
            <a:avLst>
              <a:gd name="adj1" fmla="val -4675876"/>
            </a:avLst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3B98BD6-57F1-4E0B-855E-4F5BDCCDCA67}"/>
              </a:ext>
            </a:extLst>
          </p:cNvPr>
          <p:cNvSpPr txBox="1"/>
          <p:nvPr/>
        </p:nvSpPr>
        <p:spPr>
          <a:xfrm>
            <a:off x="6572748" y="1536612"/>
            <a:ext cx="17210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Not</a:t>
            </a:r>
            <a:r>
              <a:rPr lang="en-US" altLang="zh-CN" b="1" dirty="0">
                <a:highlight>
                  <a:srgbClr val="FFFF00"/>
                </a:highlight>
              </a:rPr>
              <a:t> from</a:t>
            </a:r>
          </a:p>
          <a:p>
            <a:pPr algn="ctr"/>
            <a:r>
              <a:rPr lang="en-US" altLang="zh-CN" b="1" dirty="0">
                <a:highlight>
                  <a:srgbClr val="FFFF00"/>
                </a:highlight>
              </a:rPr>
              <a:t>the same bun</a:t>
            </a:r>
            <a:endParaRPr lang="zh-CN" altLang="en-US" b="1" dirty="0">
              <a:highlight>
                <a:srgbClr val="FFFF00"/>
              </a:highlight>
            </a:endParaRPr>
          </a:p>
        </p:txBody>
      </p:sp>
      <p:sp>
        <p:nvSpPr>
          <p:cNvPr id="66" name="Oval 3">
            <a:extLst>
              <a:ext uri="{FF2B5EF4-FFF2-40B4-BE49-F238E27FC236}">
                <a16:creationId xmlns:a16="http://schemas.microsoft.com/office/drawing/2014/main" id="{A7443FBB-C835-4A59-B99F-BA35FAD335C4}"/>
              </a:ext>
            </a:extLst>
          </p:cNvPr>
          <p:cNvSpPr/>
          <p:nvPr/>
        </p:nvSpPr>
        <p:spPr>
          <a:xfrm>
            <a:off x="10521012" y="4416412"/>
            <a:ext cx="1435994" cy="143599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Only One</a:t>
            </a:r>
          </a:p>
          <a:p>
            <a:pPr algn="ctr"/>
            <a:r>
              <a:rPr lang="en-US" sz="2667" dirty="0">
                <a:solidFill>
                  <a:schemeClr val="accent1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of two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0D3210F-D17E-42F8-9E46-C9F9E1A1427F}"/>
              </a:ext>
            </a:extLst>
          </p:cNvPr>
          <p:cNvCxnSpPr>
            <a:stCxn id="66" idx="1"/>
          </p:cNvCxnSpPr>
          <p:nvPr/>
        </p:nvCxnSpPr>
        <p:spPr>
          <a:xfrm flipH="1" flipV="1">
            <a:off x="10430543" y="4165513"/>
            <a:ext cx="300765" cy="461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5BF22463-2F0A-4B97-AED8-4E4FF381A764}"/>
              </a:ext>
            </a:extLst>
          </p:cNvPr>
          <p:cNvSpPr/>
          <p:nvPr/>
        </p:nvSpPr>
        <p:spPr>
          <a:xfrm>
            <a:off x="6695009" y="2750780"/>
            <a:ext cx="5117397" cy="1426972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Oval 1">
            <a:extLst>
              <a:ext uri="{FF2B5EF4-FFF2-40B4-BE49-F238E27FC236}">
                <a16:creationId xmlns:a16="http://schemas.microsoft.com/office/drawing/2014/main" id="{A27296A7-13E5-41CC-A4CE-20A138D1A934}"/>
              </a:ext>
            </a:extLst>
          </p:cNvPr>
          <p:cNvSpPr/>
          <p:nvPr/>
        </p:nvSpPr>
        <p:spPr>
          <a:xfrm>
            <a:off x="8644675" y="873598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sp>
        <p:nvSpPr>
          <p:cNvPr id="83" name="Oval 2">
            <a:extLst>
              <a:ext uri="{FF2B5EF4-FFF2-40B4-BE49-F238E27FC236}">
                <a16:creationId xmlns:a16="http://schemas.microsoft.com/office/drawing/2014/main" id="{2504DBF2-4370-4AD7-85EB-A6815AD31007}"/>
              </a:ext>
            </a:extLst>
          </p:cNvPr>
          <p:cNvSpPr/>
          <p:nvPr/>
        </p:nvSpPr>
        <p:spPr>
          <a:xfrm>
            <a:off x="68236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lettuce</a:t>
            </a:r>
          </a:p>
        </p:txBody>
      </p:sp>
      <p:sp>
        <p:nvSpPr>
          <p:cNvPr id="84" name="Oval 3">
            <a:extLst>
              <a:ext uri="{FF2B5EF4-FFF2-40B4-BE49-F238E27FC236}">
                <a16:creationId xmlns:a16="http://schemas.microsoft.com/office/drawing/2014/main" id="{2D9BB1D1-2ECB-4284-BF8F-A5ADDD6C56AB}"/>
              </a:ext>
            </a:extLst>
          </p:cNvPr>
          <p:cNvSpPr/>
          <p:nvPr/>
        </p:nvSpPr>
        <p:spPr>
          <a:xfrm>
            <a:off x="92620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tomato</a:t>
            </a:r>
          </a:p>
        </p:txBody>
      </p:sp>
      <p:cxnSp>
        <p:nvCxnSpPr>
          <p:cNvPr id="85" name="Straight Arrow Connector 7">
            <a:extLst>
              <a:ext uri="{FF2B5EF4-FFF2-40B4-BE49-F238E27FC236}">
                <a16:creationId xmlns:a16="http://schemas.microsoft.com/office/drawing/2014/main" id="{5C6D02D0-D3C2-4E66-9D7E-17F4DA2E301D}"/>
              </a:ext>
            </a:extLst>
          </p:cNvPr>
          <p:cNvCxnSpPr>
            <a:cxnSpLocks/>
            <a:stCxn id="86" idx="0"/>
            <a:endCxn id="94" idx="4"/>
          </p:cNvCxnSpPr>
          <p:nvPr/>
        </p:nvCxnSpPr>
        <p:spPr>
          <a:xfrm flipV="1">
            <a:off x="9301812" y="5086660"/>
            <a:ext cx="0" cy="515576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6" name="Oval 14">
            <a:extLst>
              <a:ext uri="{FF2B5EF4-FFF2-40B4-BE49-F238E27FC236}">
                <a16:creationId xmlns:a16="http://schemas.microsoft.com/office/drawing/2014/main" id="{F53A8673-B741-44BB-8571-C44405BDD154}"/>
              </a:ext>
            </a:extLst>
          </p:cNvPr>
          <p:cNvSpPr/>
          <p:nvPr/>
        </p:nvSpPr>
        <p:spPr>
          <a:xfrm>
            <a:off x="8692212" y="5602236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cxnSp>
        <p:nvCxnSpPr>
          <p:cNvPr id="87" name="Straight Arrow Connector 20">
            <a:extLst>
              <a:ext uri="{FF2B5EF4-FFF2-40B4-BE49-F238E27FC236}">
                <a16:creationId xmlns:a16="http://schemas.microsoft.com/office/drawing/2014/main" id="{C7B02130-F68B-4FDD-8FC4-CDAADE8DA8D0}"/>
              </a:ext>
            </a:extLst>
          </p:cNvPr>
          <p:cNvCxnSpPr>
            <a:cxnSpLocks/>
            <a:stCxn id="82" idx="4"/>
            <a:endCxn id="81" idx="0"/>
          </p:cNvCxnSpPr>
          <p:nvPr/>
        </p:nvCxnSpPr>
        <p:spPr>
          <a:xfrm flipH="1">
            <a:off x="9253708" y="2092798"/>
            <a:ext cx="567" cy="657982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8" name="TextBox 25">
            <a:extLst>
              <a:ext uri="{FF2B5EF4-FFF2-40B4-BE49-F238E27FC236}">
                <a16:creationId xmlns:a16="http://schemas.microsoft.com/office/drawing/2014/main" id="{97D282B1-637F-4745-95B0-B9D033D36D7B}"/>
              </a:ext>
            </a:extLst>
          </p:cNvPr>
          <p:cNvSpPr txBox="1"/>
          <p:nvPr/>
        </p:nvSpPr>
        <p:spPr>
          <a:xfrm>
            <a:off x="7306016" y="310325"/>
            <a:ext cx="3895385" cy="4924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667" dirty="0">
                <a:latin typeface="Segoe Print" panose="02000600000000000000" pitchFamily="2" charset="0"/>
              </a:rPr>
              <a:t>Current Concept</a:t>
            </a:r>
          </a:p>
        </p:txBody>
      </p:sp>
      <p:sp>
        <p:nvSpPr>
          <p:cNvPr id="89" name="TextBox 18">
            <a:extLst>
              <a:ext uri="{FF2B5EF4-FFF2-40B4-BE49-F238E27FC236}">
                <a16:creationId xmlns:a16="http://schemas.microsoft.com/office/drawing/2014/main" id="{E3324C1F-17DF-4083-9387-D1E9EA5B669C}"/>
              </a:ext>
            </a:extLst>
          </p:cNvPr>
          <p:cNvSpPr txBox="1"/>
          <p:nvPr/>
        </p:nvSpPr>
        <p:spPr>
          <a:xfrm>
            <a:off x="9405504" y="2122997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sp>
        <p:nvSpPr>
          <p:cNvPr id="90" name="TextBox 18">
            <a:extLst>
              <a:ext uri="{FF2B5EF4-FFF2-40B4-BE49-F238E27FC236}">
                <a16:creationId xmlns:a16="http://schemas.microsoft.com/office/drawing/2014/main" id="{A7489451-7F47-4BDA-876D-5A2F2A2B4529}"/>
              </a:ext>
            </a:extLst>
          </p:cNvPr>
          <p:cNvSpPr txBox="1"/>
          <p:nvPr/>
        </p:nvSpPr>
        <p:spPr>
          <a:xfrm>
            <a:off x="7985196" y="5075754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sp>
        <p:nvSpPr>
          <p:cNvPr id="91" name="Oval 3">
            <a:extLst>
              <a:ext uri="{FF2B5EF4-FFF2-40B4-BE49-F238E27FC236}">
                <a16:creationId xmlns:a16="http://schemas.microsoft.com/office/drawing/2014/main" id="{07776896-1560-4A1D-BD69-98D73AB24E68}"/>
              </a:ext>
            </a:extLst>
          </p:cNvPr>
          <p:cNvSpPr/>
          <p:nvPr/>
        </p:nvSpPr>
        <p:spPr>
          <a:xfrm>
            <a:off x="80428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bacon</a:t>
            </a:r>
          </a:p>
        </p:txBody>
      </p:sp>
      <p:sp>
        <p:nvSpPr>
          <p:cNvPr id="92" name="Oval 3">
            <a:extLst>
              <a:ext uri="{FF2B5EF4-FFF2-40B4-BE49-F238E27FC236}">
                <a16:creationId xmlns:a16="http://schemas.microsoft.com/office/drawing/2014/main" id="{3EED2937-76B5-44C5-9859-7E059DFD0506}"/>
              </a:ext>
            </a:extLst>
          </p:cNvPr>
          <p:cNvSpPr/>
          <p:nvPr/>
        </p:nvSpPr>
        <p:spPr>
          <a:xfrm>
            <a:off x="104812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sauce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EA9B7A7-0956-4C96-97AE-2624088A4538}"/>
              </a:ext>
            </a:extLst>
          </p:cNvPr>
          <p:cNvSpPr txBox="1"/>
          <p:nvPr/>
        </p:nvSpPr>
        <p:spPr>
          <a:xfrm>
            <a:off x="8342290" y="4452585"/>
            <a:ext cx="51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highlight>
                  <a:srgbClr val="FFFF00"/>
                </a:highlight>
              </a:rPr>
              <a:t>or</a:t>
            </a:r>
            <a:endParaRPr lang="zh-CN" altLang="en-US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94" name="Oval 3">
            <a:extLst>
              <a:ext uri="{FF2B5EF4-FFF2-40B4-BE49-F238E27FC236}">
                <a16:creationId xmlns:a16="http://schemas.microsoft.com/office/drawing/2014/main" id="{FCB2BA88-C66E-4464-8BEC-455356B6A211}"/>
              </a:ext>
            </a:extLst>
          </p:cNvPr>
          <p:cNvSpPr/>
          <p:nvPr/>
        </p:nvSpPr>
        <p:spPr>
          <a:xfrm>
            <a:off x="8857856" y="4198748"/>
            <a:ext cx="887912" cy="88791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cheese</a:t>
            </a: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4FA8D68-F11B-45F4-99E0-AC90C64C8A45}"/>
              </a:ext>
            </a:extLst>
          </p:cNvPr>
          <p:cNvCxnSpPr>
            <a:cxnSpLocks/>
            <a:stCxn id="66" idx="2"/>
            <a:endCxn id="94" idx="5"/>
          </p:cNvCxnSpPr>
          <p:nvPr/>
        </p:nvCxnSpPr>
        <p:spPr>
          <a:xfrm flipH="1" flipV="1">
            <a:off x="9615736" y="4956628"/>
            <a:ext cx="905276" cy="177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882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57957" y="426716"/>
            <a:ext cx="5769872" cy="7168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733" dirty="0">
                <a:latin typeface="Segoe Print" panose="02000600000000000000" pitchFamily="2" charset="0"/>
              </a:rPr>
              <a:t>This </a:t>
            </a:r>
            <a:r>
              <a:rPr lang="en-US" sz="3733" dirty="0">
                <a:solidFill>
                  <a:schemeClr val="accent2"/>
                </a:solidFill>
                <a:latin typeface="Segoe Print" panose="02000600000000000000" pitchFamily="2" charset="0"/>
              </a:rPr>
              <a:t>is not</a:t>
            </a:r>
            <a:r>
              <a:rPr lang="en-US" sz="3733" dirty="0">
                <a:latin typeface="Segoe Print" panose="02000600000000000000" pitchFamily="2" charset="0"/>
              </a:rPr>
              <a:t> a sandwich.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057" y="5682093"/>
            <a:ext cx="6662943" cy="9570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667" dirty="0">
                <a:solidFill>
                  <a:srgbClr val="00B0F0"/>
                </a:solidFill>
                <a:latin typeface="Segoe Print" panose="02000600000000000000" pitchFamily="2" charset="0"/>
              </a:rPr>
              <a:t>Chicken wrap</a:t>
            </a:r>
          </a:p>
          <a:p>
            <a:pPr algn="ctr"/>
            <a:r>
              <a:rPr lang="en-US" sz="1050" dirty="0">
                <a:solidFill>
                  <a:srgbClr val="00B0F0"/>
                </a:solidFill>
                <a:latin typeface="Segoe Print" panose="02000600000000000000" pitchFamily="2" charset="0"/>
              </a:rPr>
              <a:t>https://www.mcdonalds.com/is/image/content/dam/uk/nfl/nutrition/nfl-product/product/products/mcdonalds-Crispy-Chicken-Wrap.jpg?$Product_Desktop$</a:t>
            </a:r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5CBBD189-6C73-4450-A568-56462B8683E3}"/>
              </a:ext>
            </a:extLst>
          </p:cNvPr>
          <p:cNvCxnSpPr>
            <a:cxnSpLocks/>
            <a:stCxn id="82" idx="2"/>
            <a:endCxn id="86" idx="2"/>
          </p:cNvCxnSpPr>
          <p:nvPr/>
        </p:nvCxnSpPr>
        <p:spPr>
          <a:xfrm rot="10800000" flipH="1" flipV="1">
            <a:off x="8644674" y="1483198"/>
            <a:ext cx="47537" cy="4728638"/>
          </a:xfrm>
          <a:prstGeom prst="bentConnector3">
            <a:avLst>
              <a:gd name="adj1" fmla="val -4675876"/>
            </a:avLst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3B98BD6-57F1-4E0B-855E-4F5BDCCDCA67}"/>
              </a:ext>
            </a:extLst>
          </p:cNvPr>
          <p:cNvSpPr txBox="1"/>
          <p:nvPr/>
        </p:nvSpPr>
        <p:spPr>
          <a:xfrm>
            <a:off x="6466790" y="785162"/>
            <a:ext cx="17210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Not</a:t>
            </a:r>
            <a:r>
              <a:rPr lang="en-US" altLang="zh-CN" b="1" dirty="0">
                <a:highlight>
                  <a:srgbClr val="FFFF00"/>
                </a:highlight>
              </a:rPr>
              <a:t> from</a:t>
            </a:r>
          </a:p>
          <a:p>
            <a:pPr algn="ctr"/>
            <a:r>
              <a:rPr lang="en-US" altLang="zh-CN" b="1" dirty="0">
                <a:highlight>
                  <a:srgbClr val="FFFF00"/>
                </a:highlight>
              </a:rPr>
              <a:t>the same bun</a:t>
            </a:r>
            <a:endParaRPr lang="zh-CN" altLang="en-US" b="1" dirty="0">
              <a:highlight>
                <a:srgbClr val="FFFF00"/>
              </a:highlight>
            </a:endParaRPr>
          </a:p>
        </p:txBody>
      </p:sp>
      <p:sp>
        <p:nvSpPr>
          <p:cNvPr id="66" name="Oval 3">
            <a:extLst>
              <a:ext uri="{FF2B5EF4-FFF2-40B4-BE49-F238E27FC236}">
                <a16:creationId xmlns:a16="http://schemas.microsoft.com/office/drawing/2014/main" id="{A7443FBB-C835-4A59-B99F-BA35FAD335C4}"/>
              </a:ext>
            </a:extLst>
          </p:cNvPr>
          <p:cNvSpPr/>
          <p:nvPr/>
        </p:nvSpPr>
        <p:spPr>
          <a:xfrm>
            <a:off x="10521012" y="4416412"/>
            <a:ext cx="1435994" cy="143599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Only One</a:t>
            </a:r>
          </a:p>
          <a:p>
            <a:pPr algn="ctr"/>
            <a:r>
              <a:rPr lang="en-US" sz="2667" dirty="0">
                <a:solidFill>
                  <a:schemeClr val="accent1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of two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0D3210F-D17E-42F8-9E46-C9F9E1A1427F}"/>
              </a:ext>
            </a:extLst>
          </p:cNvPr>
          <p:cNvCxnSpPr>
            <a:stCxn id="66" idx="1"/>
          </p:cNvCxnSpPr>
          <p:nvPr/>
        </p:nvCxnSpPr>
        <p:spPr>
          <a:xfrm flipH="1" flipV="1">
            <a:off x="10430543" y="4165513"/>
            <a:ext cx="300765" cy="461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5BF22463-2F0A-4B97-AED8-4E4FF381A764}"/>
              </a:ext>
            </a:extLst>
          </p:cNvPr>
          <p:cNvSpPr/>
          <p:nvPr/>
        </p:nvSpPr>
        <p:spPr>
          <a:xfrm>
            <a:off x="6695009" y="2750780"/>
            <a:ext cx="5117397" cy="1426972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Oval 1">
            <a:extLst>
              <a:ext uri="{FF2B5EF4-FFF2-40B4-BE49-F238E27FC236}">
                <a16:creationId xmlns:a16="http://schemas.microsoft.com/office/drawing/2014/main" id="{A27296A7-13E5-41CC-A4CE-20A138D1A934}"/>
              </a:ext>
            </a:extLst>
          </p:cNvPr>
          <p:cNvSpPr/>
          <p:nvPr/>
        </p:nvSpPr>
        <p:spPr>
          <a:xfrm>
            <a:off x="8644675" y="873598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sp>
        <p:nvSpPr>
          <p:cNvPr id="83" name="Oval 2">
            <a:extLst>
              <a:ext uri="{FF2B5EF4-FFF2-40B4-BE49-F238E27FC236}">
                <a16:creationId xmlns:a16="http://schemas.microsoft.com/office/drawing/2014/main" id="{2504DBF2-4370-4AD7-85EB-A6815AD31007}"/>
              </a:ext>
            </a:extLst>
          </p:cNvPr>
          <p:cNvSpPr/>
          <p:nvPr/>
        </p:nvSpPr>
        <p:spPr>
          <a:xfrm>
            <a:off x="68236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lettuce</a:t>
            </a:r>
          </a:p>
        </p:txBody>
      </p:sp>
      <p:sp>
        <p:nvSpPr>
          <p:cNvPr id="84" name="Oval 3">
            <a:extLst>
              <a:ext uri="{FF2B5EF4-FFF2-40B4-BE49-F238E27FC236}">
                <a16:creationId xmlns:a16="http://schemas.microsoft.com/office/drawing/2014/main" id="{2D9BB1D1-2ECB-4284-BF8F-A5ADDD6C56AB}"/>
              </a:ext>
            </a:extLst>
          </p:cNvPr>
          <p:cNvSpPr/>
          <p:nvPr/>
        </p:nvSpPr>
        <p:spPr>
          <a:xfrm>
            <a:off x="92620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tomato</a:t>
            </a:r>
          </a:p>
        </p:txBody>
      </p:sp>
      <p:cxnSp>
        <p:nvCxnSpPr>
          <p:cNvPr id="85" name="Straight Arrow Connector 7">
            <a:extLst>
              <a:ext uri="{FF2B5EF4-FFF2-40B4-BE49-F238E27FC236}">
                <a16:creationId xmlns:a16="http://schemas.microsoft.com/office/drawing/2014/main" id="{5C6D02D0-D3C2-4E66-9D7E-17F4DA2E301D}"/>
              </a:ext>
            </a:extLst>
          </p:cNvPr>
          <p:cNvCxnSpPr>
            <a:cxnSpLocks/>
            <a:stCxn id="86" idx="0"/>
            <a:endCxn id="94" idx="4"/>
          </p:cNvCxnSpPr>
          <p:nvPr/>
        </p:nvCxnSpPr>
        <p:spPr>
          <a:xfrm flipV="1">
            <a:off x="9301812" y="5086660"/>
            <a:ext cx="0" cy="515576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6" name="Oval 14">
            <a:extLst>
              <a:ext uri="{FF2B5EF4-FFF2-40B4-BE49-F238E27FC236}">
                <a16:creationId xmlns:a16="http://schemas.microsoft.com/office/drawing/2014/main" id="{F53A8673-B741-44BB-8571-C44405BDD154}"/>
              </a:ext>
            </a:extLst>
          </p:cNvPr>
          <p:cNvSpPr/>
          <p:nvPr/>
        </p:nvSpPr>
        <p:spPr>
          <a:xfrm>
            <a:off x="8692212" y="5602236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bread</a:t>
            </a:r>
          </a:p>
        </p:txBody>
      </p:sp>
      <p:cxnSp>
        <p:nvCxnSpPr>
          <p:cNvPr id="87" name="Straight Arrow Connector 20">
            <a:extLst>
              <a:ext uri="{FF2B5EF4-FFF2-40B4-BE49-F238E27FC236}">
                <a16:creationId xmlns:a16="http://schemas.microsoft.com/office/drawing/2014/main" id="{C7B02130-F68B-4FDD-8FC4-CDAADE8DA8D0}"/>
              </a:ext>
            </a:extLst>
          </p:cNvPr>
          <p:cNvCxnSpPr>
            <a:cxnSpLocks/>
            <a:stCxn id="82" idx="4"/>
            <a:endCxn id="81" idx="0"/>
          </p:cNvCxnSpPr>
          <p:nvPr/>
        </p:nvCxnSpPr>
        <p:spPr>
          <a:xfrm flipH="1">
            <a:off x="9253708" y="2092798"/>
            <a:ext cx="567" cy="657982"/>
          </a:xfrm>
          <a:prstGeom prst="straightConnector1">
            <a:avLst/>
          </a:prstGeom>
          <a:ln>
            <a:tailEnd type="stealth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8" name="TextBox 25">
            <a:extLst>
              <a:ext uri="{FF2B5EF4-FFF2-40B4-BE49-F238E27FC236}">
                <a16:creationId xmlns:a16="http://schemas.microsoft.com/office/drawing/2014/main" id="{97D282B1-637F-4745-95B0-B9D033D36D7B}"/>
              </a:ext>
            </a:extLst>
          </p:cNvPr>
          <p:cNvSpPr txBox="1"/>
          <p:nvPr/>
        </p:nvSpPr>
        <p:spPr>
          <a:xfrm>
            <a:off x="7306016" y="310325"/>
            <a:ext cx="3895385" cy="4924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667" dirty="0">
                <a:latin typeface="Segoe Print" panose="02000600000000000000" pitchFamily="2" charset="0"/>
              </a:rPr>
              <a:t>Current Concept</a:t>
            </a:r>
          </a:p>
        </p:txBody>
      </p:sp>
      <p:sp>
        <p:nvSpPr>
          <p:cNvPr id="89" name="TextBox 18">
            <a:extLst>
              <a:ext uri="{FF2B5EF4-FFF2-40B4-BE49-F238E27FC236}">
                <a16:creationId xmlns:a16="http://schemas.microsoft.com/office/drawing/2014/main" id="{E3324C1F-17DF-4083-9387-D1E9EA5B669C}"/>
              </a:ext>
            </a:extLst>
          </p:cNvPr>
          <p:cNvSpPr txBox="1"/>
          <p:nvPr/>
        </p:nvSpPr>
        <p:spPr>
          <a:xfrm>
            <a:off x="9405504" y="2122997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sp>
        <p:nvSpPr>
          <p:cNvPr id="90" name="TextBox 18">
            <a:extLst>
              <a:ext uri="{FF2B5EF4-FFF2-40B4-BE49-F238E27FC236}">
                <a16:creationId xmlns:a16="http://schemas.microsoft.com/office/drawing/2014/main" id="{A7489451-7F47-4BDA-876D-5A2F2A2B4529}"/>
              </a:ext>
            </a:extLst>
          </p:cNvPr>
          <p:cNvSpPr txBox="1"/>
          <p:nvPr/>
        </p:nvSpPr>
        <p:spPr>
          <a:xfrm>
            <a:off x="7985196" y="5075754"/>
            <a:ext cx="1011815" cy="502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solidFill>
                  <a:schemeClr val="accent6"/>
                </a:solidFill>
                <a:latin typeface="Arial Narrow" panose="020B0606020202030204" pitchFamily="34" charset="0"/>
              </a:rPr>
              <a:t>covers</a:t>
            </a:r>
          </a:p>
        </p:txBody>
      </p:sp>
      <p:sp>
        <p:nvSpPr>
          <p:cNvPr id="91" name="Oval 3">
            <a:extLst>
              <a:ext uri="{FF2B5EF4-FFF2-40B4-BE49-F238E27FC236}">
                <a16:creationId xmlns:a16="http://schemas.microsoft.com/office/drawing/2014/main" id="{07776896-1560-4A1D-BD69-98D73AB24E68}"/>
              </a:ext>
            </a:extLst>
          </p:cNvPr>
          <p:cNvSpPr/>
          <p:nvPr/>
        </p:nvSpPr>
        <p:spPr>
          <a:xfrm>
            <a:off x="80428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bacon</a:t>
            </a:r>
          </a:p>
        </p:txBody>
      </p:sp>
      <p:sp>
        <p:nvSpPr>
          <p:cNvPr id="92" name="Oval 3">
            <a:extLst>
              <a:ext uri="{FF2B5EF4-FFF2-40B4-BE49-F238E27FC236}">
                <a16:creationId xmlns:a16="http://schemas.microsoft.com/office/drawing/2014/main" id="{3EED2937-76B5-44C5-9859-7E059DFD0506}"/>
              </a:ext>
            </a:extLst>
          </p:cNvPr>
          <p:cNvSpPr/>
          <p:nvPr/>
        </p:nvSpPr>
        <p:spPr>
          <a:xfrm>
            <a:off x="10481263" y="2833535"/>
            <a:ext cx="1219200" cy="1219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667" dirty="0">
                <a:latin typeface="Arial Narrow" panose="020B0606020202030204" pitchFamily="34" charset="0"/>
              </a:rPr>
              <a:t>sauce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EA9B7A7-0956-4C96-97AE-2624088A4538}"/>
              </a:ext>
            </a:extLst>
          </p:cNvPr>
          <p:cNvSpPr txBox="1"/>
          <p:nvPr/>
        </p:nvSpPr>
        <p:spPr>
          <a:xfrm>
            <a:off x="8342290" y="4452585"/>
            <a:ext cx="51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highlight>
                  <a:srgbClr val="FFFF00"/>
                </a:highlight>
              </a:rPr>
              <a:t>or</a:t>
            </a:r>
            <a:endParaRPr lang="zh-CN" altLang="en-US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94" name="Oval 3">
            <a:extLst>
              <a:ext uri="{FF2B5EF4-FFF2-40B4-BE49-F238E27FC236}">
                <a16:creationId xmlns:a16="http://schemas.microsoft.com/office/drawing/2014/main" id="{FCB2BA88-C66E-4464-8BEC-455356B6A211}"/>
              </a:ext>
            </a:extLst>
          </p:cNvPr>
          <p:cNvSpPr/>
          <p:nvPr/>
        </p:nvSpPr>
        <p:spPr>
          <a:xfrm>
            <a:off x="8857856" y="4198748"/>
            <a:ext cx="887912" cy="88791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cheese</a:t>
            </a: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4FA8D68-F11B-45F4-99E0-AC90C64C8A45}"/>
              </a:ext>
            </a:extLst>
          </p:cNvPr>
          <p:cNvCxnSpPr>
            <a:cxnSpLocks/>
            <a:stCxn id="66" idx="2"/>
            <a:endCxn id="94" idx="5"/>
          </p:cNvCxnSpPr>
          <p:nvPr/>
        </p:nvCxnSpPr>
        <p:spPr>
          <a:xfrm flipH="1" flipV="1">
            <a:off x="9615736" y="4956628"/>
            <a:ext cx="905276" cy="177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15574A5-CAAE-46EF-973B-3D58F0767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53" y="1859777"/>
            <a:ext cx="5800901" cy="330621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125CFF1-3A0A-4CB9-A114-F9D4AA5CACA8}"/>
              </a:ext>
            </a:extLst>
          </p:cNvPr>
          <p:cNvSpPr txBox="1"/>
          <p:nvPr/>
        </p:nvSpPr>
        <p:spPr>
          <a:xfrm>
            <a:off x="6466790" y="1518497"/>
            <a:ext cx="17210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Not</a:t>
            </a:r>
            <a:r>
              <a:rPr lang="en-US" altLang="zh-CN" b="1" dirty="0">
                <a:highlight>
                  <a:srgbClr val="FFFF00"/>
                </a:highlight>
              </a:rPr>
              <a:t> a single piece of flour</a:t>
            </a:r>
            <a:endParaRPr lang="zh-CN" alt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0256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189</Words>
  <Application>Microsoft Office PowerPoint</Application>
  <PresentationFormat>宽屏</PresentationFormat>
  <Paragraphs>63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Arial Narrow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RhantolkYtriHistoria</dc:creator>
  <cp:lastModifiedBy>RhantolkYtriHistoria</cp:lastModifiedBy>
  <cp:revision>8</cp:revision>
  <dcterms:created xsi:type="dcterms:W3CDTF">2021-02-17T10:34:49Z</dcterms:created>
  <dcterms:modified xsi:type="dcterms:W3CDTF">2021-02-17T11:13:28Z</dcterms:modified>
</cp:coreProperties>
</file>